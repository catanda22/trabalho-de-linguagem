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11"/>
  </p:notesMasterIdLst>
  <p:handoutMasterIdLst>
    <p:handoutMasterId r:id="rId12"/>
  </p:handoutMasterIdLst>
  <p:sldIdLst>
    <p:sldId id="258" r:id="rId2"/>
    <p:sldId id="257" r:id="rId3"/>
    <p:sldId id="259" r:id="rId4"/>
    <p:sldId id="260" r:id="rId5"/>
    <p:sldId id="261" r:id="rId6"/>
    <p:sldId id="266" r:id="rId7"/>
    <p:sldId id="262" r:id="rId8"/>
    <p:sldId id="263" r:id="rId9"/>
    <p:sldId id="264" r:id="rId10"/>
  </p:sldIdLst>
  <p:sldSz cx="12192000" cy="6858000"/>
  <p:notesSz cx="6858000" cy="9144000"/>
  <p:defaultTextStyle>
    <a:defPPr rtl="0">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64" d="100"/>
          <a:sy n="64" d="100"/>
        </p:scale>
        <p:origin x="758" y="36"/>
      </p:cViewPr>
      <p:guideLst/>
    </p:cSldViewPr>
  </p:slideViewPr>
  <p:notesTextViewPr>
    <p:cViewPr>
      <p:scale>
        <a:sx n="1" d="1"/>
        <a:sy n="1" d="1"/>
      </p:scale>
      <p:origin x="0" y="0"/>
    </p:cViewPr>
  </p:notesTextViewPr>
  <p:notesViewPr>
    <p:cSldViewPr snapToGrid="0">
      <p:cViewPr varScale="1">
        <p:scale>
          <a:sx n="124" d="100"/>
          <a:sy n="124" d="100"/>
        </p:scale>
        <p:origin x="4950"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70FD8F-0050-42E3-8B3A-6ED7CFB9852E}" type="doc">
      <dgm:prSet loTypeId="urn:microsoft.com/office/officeart/2016/7/layout/RoundedRectangleTimeline" loCatId="process" qsTypeId="urn:microsoft.com/office/officeart/2005/8/quickstyle/simple1" qsCatId="simple" csTypeId="urn:microsoft.com/office/officeart/2005/8/colors/accent1_3" csCatId="accent1" phldr="1"/>
      <dgm:spPr/>
      <dgm:t>
        <a:bodyPr rtlCol="0"/>
        <a:lstStyle/>
        <a:p>
          <a:pPr rtl="0"/>
          <a:endParaRPr lang="en-US"/>
        </a:p>
      </dgm:t>
    </dgm:pt>
    <dgm:pt modelId="{8DB5D7D5-6A1C-4ABC-8850-759A9D876047}">
      <dgm:prSet/>
      <dgm:spPr/>
      <dgm:t>
        <a:bodyPr rtlCol="0"/>
        <a:lstStyle/>
        <a:p>
          <a:pPr rtl="0"/>
          <a:endParaRPr lang="pt-pt" dirty="0"/>
        </a:p>
      </dgm:t>
    </dgm:pt>
    <dgm:pt modelId="{D8874F40-D7B0-41DE-BB6F-A6014FEAB2D7}" type="parTrans" cxnId="{C5202EE1-10E9-4076-9D55-9E0CF8B152AF}">
      <dgm:prSet/>
      <dgm:spPr/>
      <dgm:t>
        <a:bodyPr rtlCol="0"/>
        <a:lstStyle/>
        <a:p>
          <a:pPr rtl="0"/>
          <a:endParaRPr lang="en-US"/>
        </a:p>
      </dgm:t>
    </dgm:pt>
    <dgm:pt modelId="{BD6E0A2E-99C8-4F5A-971A-CD211D1099FF}" type="sibTrans" cxnId="{C5202EE1-10E9-4076-9D55-9E0CF8B152AF}">
      <dgm:prSet/>
      <dgm:spPr/>
      <dgm:t>
        <a:bodyPr rtlCol="0"/>
        <a:lstStyle/>
        <a:p>
          <a:pPr rtl="0"/>
          <a:endParaRPr lang="en-US"/>
        </a:p>
      </dgm:t>
    </dgm:pt>
    <dgm:pt modelId="{E80CA270-6C90-4E17-ACEA-46B56AD54DD1}">
      <dgm:prSet/>
      <dgm:spPr/>
      <dgm:t>
        <a:bodyPr rtlCol="0"/>
        <a:lstStyle/>
        <a:p>
          <a:pPr rtl="0"/>
          <a:endParaRPr lang="pt-pt" dirty="0"/>
        </a:p>
      </dgm:t>
    </dgm:pt>
    <dgm:pt modelId="{7EEC8067-96EF-4BE0-8BE3-BA59ED78A31F}" type="parTrans" cxnId="{2DC28DF8-5C1B-4F53-A4C1-D5B63FB54BAF}">
      <dgm:prSet/>
      <dgm:spPr/>
      <dgm:t>
        <a:bodyPr rtlCol="0"/>
        <a:lstStyle/>
        <a:p>
          <a:pPr rtl="0"/>
          <a:endParaRPr lang="en-US"/>
        </a:p>
      </dgm:t>
    </dgm:pt>
    <dgm:pt modelId="{1AFE46E5-6B07-4894-8ECB-21BD7E7B8AF1}" type="sibTrans" cxnId="{2DC28DF8-5C1B-4F53-A4C1-D5B63FB54BAF}">
      <dgm:prSet/>
      <dgm:spPr/>
      <dgm:t>
        <a:bodyPr rtlCol="0"/>
        <a:lstStyle/>
        <a:p>
          <a:pPr rtl="0"/>
          <a:endParaRPr lang="en-US"/>
        </a:p>
      </dgm:t>
    </dgm:pt>
    <dgm:pt modelId="{09C152DA-7620-4852-8162-A77EC3609F3F}">
      <dgm:prSet/>
      <dgm:spPr/>
      <dgm:t>
        <a:bodyPr rtlCol="0"/>
        <a:lstStyle/>
        <a:p>
          <a:pPr rtl="0"/>
          <a:endParaRPr lang="pt-pt" dirty="0"/>
        </a:p>
      </dgm:t>
    </dgm:pt>
    <dgm:pt modelId="{9F6D14C0-6C82-4CBD-8D6D-B0E117B6F2ED}" type="parTrans" cxnId="{23ECAC8B-17A4-4883-AA0E-06D66B7E788A}">
      <dgm:prSet/>
      <dgm:spPr/>
      <dgm:t>
        <a:bodyPr rtlCol="0"/>
        <a:lstStyle/>
        <a:p>
          <a:pPr rtl="0"/>
          <a:endParaRPr lang="en-US"/>
        </a:p>
      </dgm:t>
    </dgm:pt>
    <dgm:pt modelId="{0AE8D36D-0F0F-4206-AE39-0A2D73987B68}" type="sibTrans" cxnId="{23ECAC8B-17A4-4883-AA0E-06D66B7E788A}">
      <dgm:prSet/>
      <dgm:spPr/>
      <dgm:t>
        <a:bodyPr rtlCol="0"/>
        <a:lstStyle/>
        <a:p>
          <a:pPr rtl="0"/>
          <a:endParaRPr lang="en-US"/>
        </a:p>
      </dgm:t>
    </dgm:pt>
    <dgm:pt modelId="{AB52B3CC-6563-466D-BFC3-9B6B5AFA0881}" type="pres">
      <dgm:prSet presAssocID="{6A70FD8F-0050-42E3-8B3A-6ED7CFB9852E}" presName="Name0" presStyleCnt="0">
        <dgm:presLayoutVars>
          <dgm:chMax/>
          <dgm:chPref/>
          <dgm:animLvl val="lvl"/>
        </dgm:presLayoutVars>
      </dgm:prSet>
      <dgm:spPr/>
    </dgm:pt>
    <dgm:pt modelId="{815EDF7B-AC93-4A61-87AA-CAA5D85C31A8}" type="pres">
      <dgm:prSet presAssocID="{8DB5D7D5-6A1C-4ABC-8850-759A9D876047}" presName="composite1" presStyleCnt="0"/>
      <dgm:spPr/>
    </dgm:pt>
    <dgm:pt modelId="{954381E7-0584-46DD-8108-E9BF4F2B5005}" type="pres">
      <dgm:prSet presAssocID="{8DB5D7D5-6A1C-4ABC-8850-759A9D876047}" presName="parent1" presStyleLbl="alignNode1" presStyleIdx="0" presStyleCnt="3">
        <dgm:presLayoutVars>
          <dgm:chMax val="1"/>
          <dgm:chPref val="1"/>
          <dgm:bulletEnabled val="1"/>
        </dgm:presLayoutVars>
      </dgm:prSet>
      <dgm:spPr/>
    </dgm:pt>
    <dgm:pt modelId="{5A1B764B-0DC5-47CD-BDEA-9E67799496EC}" type="pres">
      <dgm:prSet presAssocID="{8DB5D7D5-6A1C-4ABC-8850-759A9D876047}" presName="Childtext1" presStyleLbl="revTx" presStyleIdx="0" presStyleCnt="3">
        <dgm:presLayoutVars>
          <dgm:bulletEnabled val="1"/>
        </dgm:presLayoutVars>
      </dgm:prSet>
      <dgm:spPr/>
    </dgm:pt>
    <dgm:pt modelId="{122B38A3-0442-4747-820C-1F37877E2B0E}" type="pres">
      <dgm:prSet presAssocID="{8DB5D7D5-6A1C-4ABC-8850-759A9D876047}" presName="ConnectLine1" presStyleLbl="sibTrans1D1" presStyleIdx="0" presStyleCnt="3"/>
      <dgm:spPr>
        <a:noFill/>
        <a:ln w="12700" cap="rnd" cmpd="sng" algn="ctr">
          <a:solidFill>
            <a:schemeClr val="accent1">
              <a:shade val="90000"/>
              <a:hueOff val="93466"/>
              <a:satOff val="1924"/>
              <a:lumOff val="8231"/>
              <a:alphaOff val="0"/>
            </a:schemeClr>
          </a:solidFill>
          <a:prstDash val="dash"/>
        </a:ln>
        <a:effectLst/>
      </dgm:spPr>
    </dgm:pt>
    <dgm:pt modelId="{A73181F6-69BB-4A47-8277-4671A45AC8C8}" type="pres">
      <dgm:prSet presAssocID="{8DB5D7D5-6A1C-4ABC-8850-759A9D876047}" presName="ConnectLineEnd1" presStyleLbl="lnNode1" presStyleIdx="0" presStyleCnt="3"/>
      <dgm:spPr/>
    </dgm:pt>
    <dgm:pt modelId="{6E76EADA-5F61-4A59-B2F8-FA10112079FC}" type="pres">
      <dgm:prSet presAssocID="{8DB5D7D5-6A1C-4ABC-8850-759A9D876047}" presName="EmptyPane1" presStyleCnt="0"/>
      <dgm:spPr/>
    </dgm:pt>
    <dgm:pt modelId="{A8189248-0785-43F1-844C-4DE92841F254}" type="pres">
      <dgm:prSet presAssocID="{BD6E0A2E-99C8-4F5A-971A-CD211D1099FF}" presName="spaceBetweenRectangles1" presStyleCnt="0"/>
      <dgm:spPr/>
    </dgm:pt>
    <dgm:pt modelId="{11834CE4-4068-4569-A20E-6B224911C0A6}" type="pres">
      <dgm:prSet presAssocID="{E80CA270-6C90-4E17-ACEA-46B56AD54DD1}" presName="composite1" presStyleCnt="0"/>
      <dgm:spPr/>
    </dgm:pt>
    <dgm:pt modelId="{2D353BD8-CC5F-425D-B3C2-39565CF68046}" type="pres">
      <dgm:prSet presAssocID="{E80CA270-6C90-4E17-ACEA-46B56AD54DD1}" presName="parent1" presStyleLbl="alignNode1" presStyleIdx="1" presStyleCnt="3">
        <dgm:presLayoutVars>
          <dgm:chMax val="1"/>
          <dgm:chPref val="1"/>
          <dgm:bulletEnabled val="1"/>
        </dgm:presLayoutVars>
      </dgm:prSet>
      <dgm:spPr/>
    </dgm:pt>
    <dgm:pt modelId="{CFDD4F6B-8817-43BF-9CF5-F6523A747ABD}" type="pres">
      <dgm:prSet presAssocID="{E80CA270-6C90-4E17-ACEA-46B56AD54DD1}" presName="Childtext1" presStyleLbl="revTx" presStyleIdx="1" presStyleCnt="3">
        <dgm:presLayoutVars>
          <dgm:bulletEnabled val="1"/>
        </dgm:presLayoutVars>
      </dgm:prSet>
      <dgm:spPr/>
    </dgm:pt>
    <dgm:pt modelId="{936D420E-3DB9-450C-9613-03451F03E724}" type="pres">
      <dgm:prSet presAssocID="{E80CA270-6C90-4E17-ACEA-46B56AD54DD1}" presName="ConnectLine1" presStyleLbl="sibTrans1D1" presStyleIdx="1" presStyleCnt="3"/>
      <dgm:spPr>
        <a:noFill/>
        <a:ln w="12700" cap="rnd" cmpd="sng" algn="ctr">
          <a:solidFill>
            <a:schemeClr val="accent1">
              <a:shade val="90000"/>
              <a:hueOff val="223106"/>
              <a:satOff val="-4301"/>
              <a:lumOff val="14062"/>
              <a:alphaOff val="0"/>
            </a:schemeClr>
          </a:solidFill>
          <a:prstDash val="dash"/>
        </a:ln>
        <a:effectLst/>
      </dgm:spPr>
    </dgm:pt>
    <dgm:pt modelId="{08414F64-15BC-408B-8CC8-B3EA40879D42}" type="pres">
      <dgm:prSet presAssocID="{E80CA270-6C90-4E17-ACEA-46B56AD54DD1}" presName="ConnectLineEnd1" presStyleLbl="lnNode1" presStyleIdx="1" presStyleCnt="3"/>
      <dgm:spPr/>
    </dgm:pt>
    <dgm:pt modelId="{E9D6F1A2-1C99-46C1-9378-723ECCA3FE57}" type="pres">
      <dgm:prSet presAssocID="{E80CA270-6C90-4E17-ACEA-46B56AD54DD1}" presName="EmptyPane1" presStyleCnt="0"/>
      <dgm:spPr/>
    </dgm:pt>
    <dgm:pt modelId="{B2F172DE-B2EC-40B1-9D0E-FE042ED355F0}" type="pres">
      <dgm:prSet presAssocID="{1AFE46E5-6B07-4894-8ECB-21BD7E7B8AF1}" presName="spaceBetweenRectangles1" presStyleCnt="0"/>
      <dgm:spPr/>
    </dgm:pt>
    <dgm:pt modelId="{3E3E944D-A6EC-4962-9AC1-C585A4F97BDA}" type="pres">
      <dgm:prSet presAssocID="{09C152DA-7620-4852-8162-A77EC3609F3F}" presName="composite1" presStyleCnt="0"/>
      <dgm:spPr/>
    </dgm:pt>
    <dgm:pt modelId="{566B79CB-1A41-4F5C-BF91-58D94BF93913}" type="pres">
      <dgm:prSet presAssocID="{09C152DA-7620-4852-8162-A77EC3609F3F}" presName="parent1" presStyleLbl="alignNode1" presStyleIdx="2" presStyleCnt="3">
        <dgm:presLayoutVars>
          <dgm:chMax val="1"/>
          <dgm:chPref val="1"/>
          <dgm:bulletEnabled val="1"/>
        </dgm:presLayoutVars>
      </dgm:prSet>
      <dgm:spPr/>
    </dgm:pt>
    <dgm:pt modelId="{B4723E2A-4FF1-452A-BD25-8EC364F15A6F}" type="pres">
      <dgm:prSet presAssocID="{09C152DA-7620-4852-8162-A77EC3609F3F}" presName="Childtext1" presStyleLbl="revTx" presStyleIdx="2" presStyleCnt="3">
        <dgm:presLayoutVars>
          <dgm:bulletEnabled val="1"/>
        </dgm:presLayoutVars>
      </dgm:prSet>
      <dgm:spPr/>
    </dgm:pt>
    <dgm:pt modelId="{440E9361-37D2-4157-AF38-7B49AD23708B}" type="pres">
      <dgm:prSet presAssocID="{09C152DA-7620-4852-8162-A77EC3609F3F}" presName="ConnectLine1" presStyleLbl="sibTrans1D1" presStyleIdx="2" presStyleCnt="3"/>
      <dgm:spPr>
        <a:noFill/>
        <a:ln w="12700" cap="rnd" cmpd="sng" algn="ctr">
          <a:solidFill>
            <a:schemeClr val="accent1">
              <a:shade val="90000"/>
              <a:hueOff val="186931"/>
              <a:satOff val="3848"/>
              <a:lumOff val="16461"/>
              <a:alphaOff val="0"/>
            </a:schemeClr>
          </a:solidFill>
          <a:prstDash val="dash"/>
        </a:ln>
        <a:effectLst/>
      </dgm:spPr>
    </dgm:pt>
    <dgm:pt modelId="{C45E7B63-1C71-483E-A3A8-705CE86D4D8E}" type="pres">
      <dgm:prSet presAssocID="{09C152DA-7620-4852-8162-A77EC3609F3F}" presName="ConnectLineEnd1" presStyleLbl="lnNode1" presStyleIdx="2" presStyleCnt="3"/>
      <dgm:spPr/>
    </dgm:pt>
    <dgm:pt modelId="{4174F691-D9D3-451C-9893-D177DC3AED58}" type="pres">
      <dgm:prSet presAssocID="{09C152DA-7620-4852-8162-A77EC3609F3F}" presName="EmptyPane1" presStyleCnt="0"/>
      <dgm:spPr/>
    </dgm:pt>
  </dgm:ptLst>
  <dgm:cxnLst>
    <dgm:cxn modelId="{84C67813-55CE-4EBC-9032-03BD847DC17E}" type="presOf" srcId="{6A70FD8F-0050-42E3-8B3A-6ED7CFB9852E}" destId="{AB52B3CC-6563-466D-BFC3-9B6B5AFA0881}" srcOrd="0" destOrd="0" presId="urn:microsoft.com/office/officeart/2016/7/layout/RoundedRectangleTimeline"/>
    <dgm:cxn modelId="{22ECA226-C4EA-44F1-BCB5-77F78841DA6F}" type="presOf" srcId="{09C152DA-7620-4852-8162-A77EC3609F3F}" destId="{566B79CB-1A41-4F5C-BF91-58D94BF93913}" srcOrd="0" destOrd="0" presId="urn:microsoft.com/office/officeart/2016/7/layout/RoundedRectangleTimeline"/>
    <dgm:cxn modelId="{F9B2D375-40BE-4E5D-AA88-61805FBFF819}" type="presOf" srcId="{8DB5D7D5-6A1C-4ABC-8850-759A9D876047}" destId="{954381E7-0584-46DD-8108-E9BF4F2B5005}" srcOrd="0" destOrd="0" presId="urn:microsoft.com/office/officeart/2016/7/layout/RoundedRectangleTimeline"/>
    <dgm:cxn modelId="{23ECAC8B-17A4-4883-AA0E-06D66B7E788A}" srcId="{6A70FD8F-0050-42E3-8B3A-6ED7CFB9852E}" destId="{09C152DA-7620-4852-8162-A77EC3609F3F}" srcOrd="2" destOrd="0" parTransId="{9F6D14C0-6C82-4CBD-8D6D-B0E117B6F2ED}" sibTransId="{0AE8D36D-0F0F-4206-AE39-0A2D73987B68}"/>
    <dgm:cxn modelId="{C5202EE1-10E9-4076-9D55-9E0CF8B152AF}" srcId="{6A70FD8F-0050-42E3-8B3A-6ED7CFB9852E}" destId="{8DB5D7D5-6A1C-4ABC-8850-759A9D876047}" srcOrd="0" destOrd="0" parTransId="{D8874F40-D7B0-41DE-BB6F-A6014FEAB2D7}" sibTransId="{BD6E0A2E-99C8-4F5A-971A-CD211D1099FF}"/>
    <dgm:cxn modelId="{A25472EF-5968-4955-B0DE-6CE9CA7BDBB7}" type="presOf" srcId="{E80CA270-6C90-4E17-ACEA-46B56AD54DD1}" destId="{2D353BD8-CC5F-425D-B3C2-39565CF68046}" srcOrd="0" destOrd="0" presId="urn:microsoft.com/office/officeart/2016/7/layout/RoundedRectangleTimeline"/>
    <dgm:cxn modelId="{2DC28DF8-5C1B-4F53-A4C1-D5B63FB54BAF}" srcId="{6A70FD8F-0050-42E3-8B3A-6ED7CFB9852E}" destId="{E80CA270-6C90-4E17-ACEA-46B56AD54DD1}" srcOrd="1" destOrd="0" parTransId="{7EEC8067-96EF-4BE0-8BE3-BA59ED78A31F}" sibTransId="{1AFE46E5-6B07-4894-8ECB-21BD7E7B8AF1}"/>
    <dgm:cxn modelId="{76459B4A-BC95-4631-A3CC-1410E80D5DFD}" type="presParOf" srcId="{AB52B3CC-6563-466D-BFC3-9B6B5AFA0881}" destId="{815EDF7B-AC93-4A61-87AA-CAA5D85C31A8}" srcOrd="0" destOrd="0" presId="urn:microsoft.com/office/officeart/2016/7/layout/RoundedRectangleTimeline"/>
    <dgm:cxn modelId="{4238FA88-CE43-4680-BFB0-73DED5612698}" type="presParOf" srcId="{815EDF7B-AC93-4A61-87AA-CAA5D85C31A8}" destId="{954381E7-0584-46DD-8108-E9BF4F2B5005}" srcOrd="0" destOrd="0" presId="urn:microsoft.com/office/officeart/2016/7/layout/RoundedRectangleTimeline"/>
    <dgm:cxn modelId="{6497CE05-0893-4952-B18A-28D71D90B841}" type="presParOf" srcId="{815EDF7B-AC93-4A61-87AA-CAA5D85C31A8}" destId="{5A1B764B-0DC5-47CD-BDEA-9E67799496EC}" srcOrd="1" destOrd="0" presId="urn:microsoft.com/office/officeart/2016/7/layout/RoundedRectangleTimeline"/>
    <dgm:cxn modelId="{CB8BA570-C0D4-4400-BED8-C9BC961A6553}" type="presParOf" srcId="{815EDF7B-AC93-4A61-87AA-CAA5D85C31A8}" destId="{122B38A3-0442-4747-820C-1F37877E2B0E}" srcOrd="2" destOrd="0" presId="urn:microsoft.com/office/officeart/2016/7/layout/RoundedRectangleTimeline"/>
    <dgm:cxn modelId="{82FC1E36-99F3-4E1F-8BD1-229D77A82EB1}" type="presParOf" srcId="{815EDF7B-AC93-4A61-87AA-CAA5D85C31A8}" destId="{A73181F6-69BB-4A47-8277-4671A45AC8C8}" srcOrd="3" destOrd="0" presId="urn:microsoft.com/office/officeart/2016/7/layout/RoundedRectangleTimeline"/>
    <dgm:cxn modelId="{7EAD7967-836C-4AB6-AAA2-ED2EF3F29E78}" type="presParOf" srcId="{815EDF7B-AC93-4A61-87AA-CAA5D85C31A8}" destId="{6E76EADA-5F61-4A59-B2F8-FA10112079FC}" srcOrd="4" destOrd="0" presId="urn:microsoft.com/office/officeart/2016/7/layout/RoundedRectangleTimeline"/>
    <dgm:cxn modelId="{3783DE09-7B3D-423E-960C-ED9DB81E314E}" type="presParOf" srcId="{AB52B3CC-6563-466D-BFC3-9B6B5AFA0881}" destId="{A8189248-0785-43F1-844C-4DE92841F254}" srcOrd="1" destOrd="0" presId="urn:microsoft.com/office/officeart/2016/7/layout/RoundedRectangleTimeline"/>
    <dgm:cxn modelId="{DFB86A49-1792-4ACB-8DD0-10C63F6DA298}" type="presParOf" srcId="{AB52B3CC-6563-466D-BFC3-9B6B5AFA0881}" destId="{11834CE4-4068-4569-A20E-6B224911C0A6}" srcOrd="2" destOrd="0" presId="urn:microsoft.com/office/officeart/2016/7/layout/RoundedRectangleTimeline"/>
    <dgm:cxn modelId="{C4388DAB-73C3-4479-9CE7-EB15244E51D6}" type="presParOf" srcId="{11834CE4-4068-4569-A20E-6B224911C0A6}" destId="{2D353BD8-CC5F-425D-B3C2-39565CF68046}" srcOrd="0" destOrd="0" presId="urn:microsoft.com/office/officeart/2016/7/layout/RoundedRectangleTimeline"/>
    <dgm:cxn modelId="{E9AFFEDE-3F86-44E7-8C7C-19032D241C2A}" type="presParOf" srcId="{11834CE4-4068-4569-A20E-6B224911C0A6}" destId="{CFDD4F6B-8817-43BF-9CF5-F6523A747ABD}" srcOrd="1" destOrd="0" presId="urn:microsoft.com/office/officeart/2016/7/layout/RoundedRectangleTimeline"/>
    <dgm:cxn modelId="{EF5D38F1-85AC-4362-82B3-1EC7F20B2621}" type="presParOf" srcId="{11834CE4-4068-4569-A20E-6B224911C0A6}" destId="{936D420E-3DB9-450C-9613-03451F03E724}" srcOrd="2" destOrd="0" presId="urn:microsoft.com/office/officeart/2016/7/layout/RoundedRectangleTimeline"/>
    <dgm:cxn modelId="{48EDC7AA-2F79-4FFB-A01A-3EB084DFBFBC}" type="presParOf" srcId="{11834CE4-4068-4569-A20E-6B224911C0A6}" destId="{08414F64-15BC-408B-8CC8-B3EA40879D42}" srcOrd="3" destOrd="0" presId="urn:microsoft.com/office/officeart/2016/7/layout/RoundedRectangleTimeline"/>
    <dgm:cxn modelId="{E212AEA8-08AF-47BD-A28B-2F8EB835D801}" type="presParOf" srcId="{11834CE4-4068-4569-A20E-6B224911C0A6}" destId="{E9D6F1A2-1C99-46C1-9378-723ECCA3FE57}" srcOrd="4" destOrd="0" presId="urn:microsoft.com/office/officeart/2016/7/layout/RoundedRectangleTimeline"/>
    <dgm:cxn modelId="{1DC8139C-2689-4030-ACBC-B9AB8426FB1F}" type="presParOf" srcId="{AB52B3CC-6563-466D-BFC3-9B6B5AFA0881}" destId="{B2F172DE-B2EC-40B1-9D0E-FE042ED355F0}" srcOrd="3" destOrd="0" presId="urn:microsoft.com/office/officeart/2016/7/layout/RoundedRectangleTimeline"/>
    <dgm:cxn modelId="{1F4A4777-E935-453F-A5B9-015C6946FC6A}" type="presParOf" srcId="{AB52B3CC-6563-466D-BFC3-9B6B5AFA0881}" destId="{3E3E944D-A6EC-4962-9AC1-C585A4F97BDA}" srcOrd="4" destOrd="0" presId="urn:microsoft.com/office/officeart/2016/7/layout/RoundedRectangleTimeline"/>
    <dgm:cxn modelId="{94AC8B5D-A9B9-4EF3-AD1C-6024606B5BF8}" type="presParOf" srcId="{3E3E944D-A6EC-4962-9AC1-C585A4F97BDA}" destId="{566B79CB-1A41-4F5C-BF91-58D94BF93913}" srcOrd="0" destOrd="0" presId="urn:microsoft.com/office/officeart/2016/7/layout/RoundedRectangleTimeline"/>
    <dgm:cxn modelId="{A151554E-10B3-429A-9E0D-D40262ED6857}" type="presParOf" srcId="{3E3E944D-A6EC-4962-9AC1-C585A4F97BDA}" destId="{B4723E2A-4FF1-452A-BD25-8EC364F15A6F}" srcOrd="1" destOrd="0" presId="urn:microsoft.com/office/officeart/2016/7/layout/RoundedRectangleTimeline"/>
    <dgm:cxn modelId="{329635D9-081F-4DC9-88AA-E074B7400415}" type="presParOf" srcId="{3E3E944D-A6EC-4962-9AC1-C585A4F97BDA}" destId="{440E9361-37D2-4157-AF38-7B49AD23708B}" srcOrd="2" destOrd="0" presId="urn:microsoft.com/office/officeart/2016/7/layout/RoundedRectangleTimeline"/>
    <dgm:cxn modelId="{0F0D3AEA-9F0C-400E-A955-6CD1F474B6A4}" type="presParOf" srcId="{3E3E944D-A6EC-4962-9AC1-C585A4F97BDA}" destId="{C45E7B63-1C71-483E-A3A8-705CE86D4D8E}" srcOrd="3" destOrd="0" presId="urn:microsoft.com/office/officeart/2016/7/layout/RoundedRectangleTimeline"/>
    <dgm:cxn modelId="{91F0BE33-39D4-4457-A5CC-3F1682DB166D}" type="presParOf" srcId="{3E3E944D-A6EC-4962-9AC1-C585A4F97BDA}" destId="{4174F691-D9D3-451C-9893-D177DC3AED58}" srcOrd="4" destOrd="0" presId="urn:microsoft.com/office/officeart/2016/7/layout/RoundedRectangle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4381E7-0584-46DD-8108-E9BF4F2B5005}">
      <dsp:nvSpPr>
        <dsp:cNvPr id="0" name=""/>
        <dsp:cNvSpPr/>
      </dsp:nvSpPr>
      <dsp:spPr>
        <a:xfrm rot="16200000">
          <a:off x="2476276" y="-1167933"/>
          <a:ext cx="66936" cy="3005230"/>
        </a:xfrm>
        <a:prstGeom prst="round2SameRect">
          <a:avLst/>
        </a:prstGeom>
        <a:solidFill>
          <a:schemeClr val="accent1">
            <a:shade val="80000"/>
            <a:hueOff val="0"/>
            <a:satOff val="0"/>
            <a:lumOff val="0"/>
            <a:alphaOff val="0"/>
          </a:schemeClr>
        </a:solidFill>
        <a:ln w="2222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rtlCol="0" anchor="ctr" anchorCtr="1">
          <a:noAutofit/>
        </a:bodyPr>
        <a:lstStyle/>
        <a:p>
          <a:pPr marL="0" lvl="0" indent="0" algn="ctr" defTabSz="488950" rtl="0">
            <a:lnSpc>
              <a:spcPct val="90000"/>
            </a:lnSpc>
            <a:spcBef>
              <a:spcPct val="0"/>
            </a:spcBef>
            <a:spcAft>
              <a:spcPct val="35000"/>
            </a:spcAft>
            <a:buNone/>
          </a:pPr>
          <a:endParaRPr lang="pt-pt" sz="1100" kern="1200" dirty="0"/>
        </a:p>
      </dsp:txBody>
      <dsp:txXfrm rot="5400000">
        <a:off x="1010397" y="304482"/>
        <a:ext cx="3001962" cy="60400"/>
      </dsp:txXfrm>
    </dsp:sp>
    <dsp:sp modelId="{5A1B764B-0DC5-47CD-BDEA-9E67799496EC}">
      <dsp:nvSpPr>
        <dsp:cNvPr id="0" name=""/>
        <dsp:cNvSpPr/>
      </dsp:nvSpPr>
      <dsp:spPr>
        <a:xfrm>
          <a:off x="5385" y="0"/>
          <a:ext cx="5008717" cy="234277"/>
        </a:xfrm>
        <a:prstGeom prst="rect">
          <a:avLst/>
        </a:prstGeom>
        <a:noFill/>
        <a:ln>
          <a:noFill/>
        </a:ln>
        <a:effectLst/>
      </dsp:spPr>
      <dsp:style>
        <a:lnRef idx="0">
          <a:scrgbClr r="0" g="0" b="0"/>
        </a:lnRef>
        <a:fillRef idx="0">
          <a:scrgbClr r="0" g="0" b="0"/>
        </a:fillRef>
        <a:effectRef idx="0">
          <a:scrgbClr r="0" g="0" b="0"/>
        </a:effectRef>
        <a:fontRef idx="minor"/>
      </dsp:style>
    </dsp:sp>
    <dsp:sp modelId="{122B38A3-0442-4747-820C-1F37877E2B0E}">
      <dsp:nvSpPr>
        <dsp:cNvPr id="0" name=""/>
        <dsp:cNvSpPr/>
      </dsp:nvSpPr>
      <dsp:spPr>
        <a:xfrm>
          <a:off x="2509744" y="247664"/>
          <a:ext cx="0" cy="53549"/>
        </a:xfrm>
        <a:prstGeom prst="line">
          <a:avLst/>
        </a:prstGeom>
        <a:noFill/>
        <a:ln w="12700" cap="rnd" cmpd="sng" algn="ctr">
          <a:solidFill>
            <a:schemeClr val="accent1">
              <a:shade val="90000"/>
              <a:hueOff val="93466"/>
              <a:satOff val="1924"/>
              <a:lumOff val="8231"/>
              <a:alphaOff val="0"/>
            </a:schemeClr>
          </a:solidFill>
          <a:prstDash val="dash"/>
        </a:ln>
        <a:effectLst/>
      </dsp:spPr>
      <dsp:style>
        <a:lnRef idx="1">
          <a:scrgbClr r="0" g="0" b="0"/>
        </a:lnRef>
        <a:fillRef idx="0">
          <a:scrgbClr r="0" g="0" b="0"/>
        </a:fillRef>
        <a:effectRef idx="0">
          <a:scrgbClr r="0" g="0" b="0"/>
        </a:effectRef>
        <a:fontRef idx="minor"/>
      </dsp:style>
    </dsp:sp>
    <dsp:sp modelId="{A73181F6-69BB-4A47-8277-4671A45AC8C8}">
      <dsp:nvSpPr>
        <dsp:cNvPr id="0" name=""/>
        <dsp:cNvSpPr/>
      </dsp:nvSpPr>
      <dsp:spPr>
        <a:xfrm>
          <a:off x="2503050" y="234277"/>
          <a:ext cx="13387" cy="13387"/>
        </a:xfrm>
        <a:prstGeom prst="ellipse">
          <a:avLst/>
        </a:prstGeom>
        <a:solidFill>
          <a:schemeClr val="accent1">
            <a:shade val="8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D353BD8-CC5F-425D-B3C2-39565CF68046}">
      <dsp:nvSpPr>
        <dsp:cNvPr id="0" name=""/>
        <dsp:cNvSpPr/>
      </dsp:nvSpPr>
      <dsp:spPr>
        <a:xfrm>
          <a:off x="4012359" y="301213"/>
          <a:ext cx="3005230" cy="66936"/>
        </a:xfrm>
        <a:prstGeom prst="rect">
          <a:avLst/>
        </a:prstGeom>
        <a:solidFill>
          <a:schemeClr val="accent1">
            <a:shade val="80000"/>
            <a:hueOff val="223096"/>
            <a:satOff val="-4529"/>
            <a:lumOff val="15339"/>
            <a:alphaOff val="0"/>
          </a:schemeClr>
        </a:solidFill>
        <a:ln w="22225" cap="rnd" cmpd="sng" algn="ctr">
          <a:solidFill>
            <a:schemeClr val="accent1">
              <a:shade val="80000"/>
              <a:hueOff val="223096"/>
              <a:satOff val="-4529"/>
              <a:lumOff val="1533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rtlCol="0" anchor="ctr" anchorCtr="1">
          <a:noAutofit/>
        </a:bodyPr>
        <a:lstStyle/>
        <a:p>
          <a:pPr marL="0" lvl="0" indent="0" algn="ctr" defTabSz="488950" rtl="0">
            <a:lnSpc>
              <a:spcPct val="90000"/>
            </a:lnSpc>
            <a:spcBef>
              <a:spcPct val="0"/>
            </a:spcBef>
            <a:spcAft>
              <a:spcPct val="35000"/>
            </a:spcAft>
            <a:buNone/>
          </a:pPr>
          <a:endParaRPr lang="pt-pt" sz="1100" kern="1200" dirty="0"/>
        </a:p>
      </dsp:txBody>
      <dsp:txXfrm>
        <a:off x="4012359" y="301213"/>
        <a:ext cx="3005230" cy="66936"/>
      </dsp:txXfrm>
    </dsp:sp>
    <dsp:sp modelId="{CFDD4F6B-8817-43BF-9CF5-F6523A747ABD}">
      <dsp:nvSpPr>
        <dsp:cNvPr id="0" name=""/>
        <dsp:cNvSpPr/>
      </dsp:nvSpPr>
      <dsp:spPr>
        <a:xfrm>
          <a:off x="3010616" y="435086"/>
          <a:ext cx="5008717" cy="234277"/>
        </a:xfrm>
        <a:prstGeom prst="rect">
          <a:avLst/>
        </a:prstGeom>
        <a:noFill/>
        <a:ln>
          <a:noFill/>
        </a:ln>
        <a:effectLst/>
      </dsp:spPr>
      <dsp:style>
        <a:lnRef idx="0">
          <a:scrgbClr r="0" g="0" b="0"/>
        </a:lnRef>
        <a:fillRef idx="0">
          <a:scrgbClr r="0" g="0" b="0"/>
        </a:fillRef>
        <a:effectRef idx="0">
          <a:scrgbClr r="0" g="0" b="0"/>
        </a:effectRef>
        <a:fontRef idx="minor"/>
      </dsp:style>
    </dsp:sp>
    <dsp:sp modelId="{936D420E-3DB9-450C-9613-03451F03E724}">
      <dsp:nvSpPr>
        <dsp:cNvPr id="0" name=""/>
        <dsp:cNvSpPr/>
      </dsp:nvSpPr>
      <dsp:spPr>
        <a:xfrm>
          <a:off x="5514975" y="368150"/>
          <a:ext cx="0" cy="53549"/>
        </a:xfrm>
        <a:prstGeom prst="line">
          <a:avLst/>
        </a:prstGeom>
        <a:noFill/>
        <a:ln w="12700" cap="rnd" cmpd="sng" algn="ctr">
          <a:solidFill>
            <a:schemeClr val="accent1">
              <a:shade val="90000"/>
              <a:hueOff val="223106"/>
              <a:satOff val="-4301"/>
              <a:lumOff val="14062"/>
              <a:alphaOff val="0"/>
            </a:schemeClr>
          </a:solidFill>
          <a:prstDash val="dash"/>
        </a:ln>
        <a:effectLst/>
      </dsp:spPr>
      <dsp:style>
        <a:lnRef idx="1">
          <a:scrgbClr r="0" g="0" b="0"/>
        </a:lnRef>
        <a:fillRef idx="0">
          <a:scrgbClr r="0" g="0" b="0"/>
        </a:fillRef>
        <a:effectRef idx="0">
          <a:scrgbClr r="0" g="0" b="0"/>
        </a:effectRef>
        <a:fontRef idx="minor"/>
      </dsp:style>
    </dsp:sp>
    <dsp:sp modelId="{08414F64-15BC-408B-8CC8-B3EA40879D42}">
      <dsp:nvSpPr>
        <dsp:cNvPr id="0" name=""/>
        <dsp:cNvSpPr/>
      </dsp:nvSpPr>
      <dsp:spPr>
        <a:xfrm>
          <a:off x="5508281" y="421699"/>
          <a:ext cx="13387" cy="13387"/>
        </a:xfrm>
        <a:prstGeom prst="ellipse">
          <a:avLst/>
        </a:prstGeom>
        <a:solidFill>
          <a:schemeClr val="accent1">
            <a:shade val="80000"/>
            <a:hueOff val="223096"/>
            <a:satOff val="-4529"/>
            <a:lumOff val="15339"/>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66B79CB-1A41-4F5C-BF91-58D94BF93913}">
      <dsp:nvSpPr>
        <dsp:cNvPr id="0" name=""/>
        <dsp:cNvSpPr/>
      </dsp:nvSpPr>
      <dsp:spPr>
        <a:xfrm rot="5400000">
          <a:off x="8486737" y="-1167933"/>
          <a:ext cx="66936" cy="3005230"/>
        </a:xfrm>
        <a:prstGeom prst="round2SameRect">
          <a:avLst/>
        </a:prstGeom>
        <a:solidFill>
          <a:schemeClr val="accent1">
            <a:shade val="80000"/>
            <a:hueOff val="446191"/>
            <a:satOff val="-9058"/>
            <a:lumOff val="30677"/>
            <a:alphaOff val="0"/>
          </a:schemeClr>
        </a:solidFill>
        <a:ln w="22225" cap="rnd" cmpd="sng" algn="ctr">
          <a:solidFill>
            <a:schemeClr val="accent1">
              <a:shade val="80000"/>
              <a:hueOff val="446191"/>
              <a:satOff val="-9058"/>
              <a:lumOff val="3067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rtlCol="0" anchor="ctr" anchorCtr="1">
          <a:noAutofit/>
        </a:bodyPr>
        <a:lstStyle/>
        <a:p>
          <a:pPr marL="0" lvl="0" indent="0" algn="ctr" defTabSz="488950" rtl="0">
            <a:lnSpc>
              <a:spcPct val="90000"/>
            </a:lnSpc>
            <a:spcBef>
              <a:spcPct val="0"/>
            </a:spcBef>
            <a:spcAft>
              <a:spcPct val="35000"/>
            </a:spcAft>
            <a:buNone/>
          </a:pPr>
          <a:endParaRPr lang="pt-pt" sz="1100" kern="1200" dirty="0"/>
        </a:p>
      </dsp:txBody>
      <dsp:txXfrm rot="-5400000">
        <a:off x="7017590" y="304482"/>
        <a:ext cx="3001962" cy="60400"/>
      </dsp:txXfrm>
    </dsp:sp>
    <dsp:sp modelId="{B4723E2A-4FF1-452A-BD25-8EC364F15A6F}">
      <dsp:nvSpPr>
        <dsp:cNvPr id="0" name=""/>
        <dsp:cNvSpPr/>
      </dsp:nvSpPr>
      <dsp:spPr>
        <a:xfrm>
          <a:off x="6015846" y="0"/>
          <a:ext cx="5008717" cy="234277"/>
        </a:xfrm>
        <a:prstGeom prst="rect">
          <a:avLst/>
        </a:prstGeom>
        <a:noFill/>
        <a:ln>
          <a:noFill/>
        </a:ln>
        <a:effectLst/>
      </dsp:spPr>
      <dsp:style>
        <a:lnRef idx="0">
          <a:scrgbClr r="0" g="0" b="0"/>
        </a:lnRef>
        <a:fillRef idx="0">
          <a:scrgbClr r="0" g="0" b="0"/>
        </a:fillRef>
        <a:effectRef idx="0">
          <a:scrgbClr r="0" g="0" b="0"/>
        </a:effectRef>
        <a:fontRef idx="minor"/>
      </dsp:style>
    </dsp:sp>
    <dsp:sp modelId="{440E9361-37D2-4157-AF38-7B49AD23708B}">
      <dsp:nvSpPr>
        <dsp:cNvPr id="0" name=""/>
        <dsp:cNvSpPr/>
      </dsp:nvSpPr>
      <dsp:spPr>
        <a:xfrm>
          <a:off x="8520205" y="247664"/>
          <a:ext cx="0" cy="53549"/>
        </a:xfrm>
        <a:prstGeom prst="line">
          <a:avLst/>
        </a:prstGeom>
        <a:noFill/>
        <a:ln w="12700" cap="rnd" cmpd="sng" algn="ctr">
          <a:solidFill>
            <a:schemeClr val="accent1">
              <a:shade val="90000"/>
              <a:hueOff val="186931"/>
              <a:satOff val="3848"/>
              <a:lumOff val="16461"/>
              <a:alphaOff val="0"/>
            </a:schemeClr>
          </a:solidFill>
          <a:prstDash val="dash"/>
        </a:ln>
        <a:effectLst/>
      </dsp:spPr>
      <dsp:style>
        <a:lnRef idx="1">
          <a:scrgbClr r="0" g="0" b="0"/>
        </a:lnRef>
        <a:fillRef idx="0">
          <a:scrgbClr r="0" g="0" b="0"/>
        </a:fillRef>
        <a:effectRef idx="0">
          <a:scrgbClr r="0" g="0" b="0"/>
        </a:effectRef>
        <a:fontRef idx="minor"/>
      </dsp:style>
    </dsp:sp>
    <dsp:sp modelId="{C45E7B63-1C71-483E-A3A8-705CE86D4D8E}">
      <dsp:nvSpPr>
        <dsp:cNvPr id="0" name=""/>
        <dsp:cNvSpPr/>
      </dsp:nvSpPr>
      <dsp:spPr>
        <a:xfrm>
          <a:off x="8513511" y="234277"/>
          <a:ext cx="13387" cy="13387"/>
        </a:xfrm>
        <a:prstGeom prst="ellipse">
          <a:avLst/>
        </a:prstGeom>
        <a:solidFill>
          <a:schemeClr val="accent1">
            <a:shade val="80000"/>
            <a:hueOff val="446191"/>
            <a:satOff val="-9058"/>
            <a:lumOff val="30677"/>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Marcador de Posição da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C8CB2839-1C58-4BCF-A979-9A1F76285043}" type="datetime1">
              <a:rPr lang="pt-PT" smtClean="0"/>
              <a:t>24/06/2026</a:t>
            </a:fld>
            <a:endParaRPr lang="en-US" dirty="0"/>
          </a:p>
        </p:txBody>
      </p:sp>
      <p:sp>
        <p:nvSpPr>
          <p:cNvPr id="4" name="Marcador de Posição do Rodapé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5" name="Marcador de Posição do Número do Diapositivo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975D426-A9DD-4244-A2CE-1FB6623742C7}" type="slidenum">
              <a:rPr lang="en-US" smtClean="0"/>
              <a:t>‹nº›</a:t>
            </a:fld>
            <a:endParaRPr lang="en-US"/>
          </a:p>
        </p:txBody>
      </p:sp>
    </p:spTree>
    <p:extLst>
      <p:ext uri="{BB962C8B-B14F-4D97-AF65-F5344CB8AC3E}">
        <p14:creationId xmlns:p14="http://schemas.microsoft.com/office/powerpoint/2010/main" val="882484457"/>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DEB0334B-A01B-4ED9-84B2-4047E9C40D52}" type="datetime1">
              <a:rPr lang="pt-PT" smtClean="0"/>
              <a:t>24/06/2026</a:t>
            </a:fld>
            <a:endParaRPr lang="en-US"/>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pt-pt"/>
              <a:t>Clique para editar os Estilos de texto do modelo global</a:t>
            </a:r>
            <a:endParaRPr lang="en-US"/>
          </a:p>
          <a:p>
            <a:pPr lvl="1" rtl="0"/>
            <a:r>
              <a:rPr lang="pt-pt"/>
              <a:t>Segundo nível</a:t>
            </a:r>
          </a:p>
          <a:p>
            <a:pPr lvl="2" rtl="0"/>
            <a:r>
              <a:rPr lang="pt-pt"/>
              <a:t>Terceiro nível</a:t>
            </a:r>
          </a:p>
          <a:p>
            <a:pPr lvl="3" rtl="0"/>
            <a:r>
              <a:rPr lang="pt-pt"/>
              <a:t>Quarto nível</a:t>
            </a:r>
          </a:p>
          <a:p>
            <a:pPr lvl="4" rtl="0"/>
            <a:r>
              <a:rPr lang="pt-pt"/>
              <a:t>Quinto nível</a:t>
            </a:r>
            <a:endParaRPr lang="en-US"/>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1B41D33-19C8-4450-B3C5-BE83E9C8F0BC}" type="slidenum">
              <a:rPr lang="en-US" smtClean="0"/>
              <a:t>‹nº›</a:t>
            </a:fld>
            <a:endParaRPr lang="en-US"/>
          </a:p>
        </p:txBody>
      </p:sp>
    </p:spTree>
    <p:extLst>
      <p:ext uri="{BB962C8B-B14F-4D97-AF65-F5344CB8AC3E}">
        <p14:creationId xmlns:p14="http://schemas.microsoft.com/office/powerpoint/2010/main" val="3571455252"/>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o de Título">
    <p:spTree>
      <p:nvGrpSpPr>
        <p:cNvPr id="1" name=""/>
        <p:cNvGrpSpPr/>
        <p:nvPr/>
      </p:nvGrpSpPr>
      <p:grpSpPr>
        <a:xfrm>
          <a:off x="0" y="0"/>
          <a:ext cx="0" cy="0"/>
          <a:chOff x="0" y="0"/>
          <a:chExt cx="0" cy="0"/>
        </a:xfrm>
      </p:grpSpPr>
      <p:sp>
        <p:nvSpPr>
          <p:cNvPr id="7" name="Retângulo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ctrTitle" hasCustomPrompt="1"/>
          </p:nvPr>
        </p:nvSpPr>
        <p:spPr>
          <a:xfrm>
            <a:off x="581191" y="1020431"/>
            <a:ext cx="10993549" cy="1475013"/>
          </a:xfrm>
          <a:effectLst/>
        </p:spPr>
        <p:txBody>
          <a:bodyPr rtlCol="0" anchor="b">
            <a:normAutofit/>
          </a:bodyPr>
          <a:lstStyle>
            <a:lvl1pPr>
              <a:defRPr sz="3600">
                <a:solidFill>
                  <a:schemeClr val="tx1">
                    <a:lumMod val="75000"/>
                    <a:lumOff val="25000"/>
                  </a:schemeClr>
                </a:solidFill>
              </a:defRPr>
            </a:lvl1pPr>
          </a:lstStyle>
          <a:p>
            <a:pPr rtl="0"/>
            <a:r>
              <a:rPr lang="pt-pt" dirty="0"/>
              <a:t>Clique para editar o estilo do título do Modelo Global</a:t>
            </a:r>
            <a:endParaRPr lang="en-US" dirty="0"/>
          </a:p>
        </p:txBody>
      </p:sp>
      <p:sp>
        <p:nvSpPr>
          <p:cNvPr id="3" name="Subtítulo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pt-BR"/>
              <a:t>Clique para editar o estilo do subtítulo Mestre</a:t>
            </a:r>
            <a:endParaRPr lang="en-US" dirty="0"/>
          </a:p>
        </p:txBody>
      </p:sp>
      <p:sp>
        <p:nvSpPr>
          <p:cNvPr id="8" name="Marcador de Posição da Data 7">
            <a:extLst>
              <a:ext uri="{FF2B5EF4-FFF2-40B4-BE49-F238E27FC236}">
                <a16:creationId xmlns:a16="http://schemas.microsoft.com/office/drawing/2014/main" id="{7FA0ACE7-29A8-47D3-A7D9-257B711D8023}"/>
              </a:ext>
            </a:extLst>
          </p:cNvPr>
          <p:cNvSpPr>
            <a:spLocks noGrp="1"/>
          </p:cNvSpPr>
          <p:nvPr>
            <p:ph type="dt" sz="half" idx="10"/>
          </p:nvPr>
        </p:nvSpPr>
        <p:spPr/>
        <p:txBody>
          <a:bodyPr rtlCol="0"/>
          <a:lstStyle/>
          <a:p>
            <a:pPr rtl="0"/>
            <a:fld id="{133C872B-9021-4EB5-978D-88549561B1BF}" type="datetime1">
              <a:rPr lang="pt-PT" smtClean="0"/>
              <a:t>24/06/2026</a:t>
            </a:fld>
            <a:endParaRPr lang="en-US" dirty="0"/>
          </a:p>
        </p:txBody>
      </p:sp>
      <p:sp>
        <p:nvSpPr>
          <p:cNvPr id="9" name="Marcador de Posição do Rodapé 8">
            <a:extLst>
              <a:ext uri="{FF2B5EF4-FFF2-40B4-BE49-F238E27FC236}">
                <a16:creationId xmlns:a16="http://schemas.microsoft.com/office/drawing/2014/main" id="{DEC604B9-52E9-4810-8359-47206518D038}"/>
              </a:ext>
            </a:extLst>
          </p:cNvPr>
          <p:cNvSpPr>
            <a:spLocks noGrp="1"/>
          </p:cNvSpPr>
          <p:nvPr>
            <p:ph type="ftr" sz="quarter" idx="11"/>
          </p:nvPr>
        </p:nvSpPr>
        <p:spPr/>
        <p:txBody>
          <a:bodyPr rtlCol="0"/>
          <a:lstStyle/>
          <a:p>
            <a:pPr rtl="0"/>
            <a:endParaRPr lang="en-US" dirty="0"/>
          </a:p>
        </p:txBody>
      </p:sp>
      <p:sp>
        <p:nvSpPr>
          <p:cNvPr id="10" name="Marcador de Posição do Número do Diapositivo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581192" y="702156"/>
            <a:ext cx="11029616" cy="1188720"/>
          </a:xfrm>
        </p:spPr>
        <p:txBody>
          <a:bodyPr rtlCol="0"/>
          <a:lstStyle/>
          <a:p>
            <a:pPr rtl="0"/>
            <a:r>
              <a:rPr lang="pt-BR"/>
              <a:t>Clique para editar o título Mestre</a:t>
            </a:r>
            <a:endParaRPr lang="en-US" dirty="0"/>
          </a:p>
        </p:txBody>
      </p:sp>
      <p:sp>
        <p:nvSpPr>
          <p:cNvPr id="3" name="Marcador de Posição de Conteúdo 2"/>
          <p:cNvSpPr>
            <a:spLocks noGrp="1"/>
          </p:cNvSpPr>
          <p:nvPr>
            <p:ph idx="1"/>
          </p:nvPr>
        </p:nvSpPr>
        <p:spPr>
          <a:xfrm>
            <a:off x="581192" y="2340864"/>
            <a:ext cx="11029615" cy="3634486"/>
          </a:xfrm>
        </p:spPr>
        <p:txBody>
          <a:bodyPr rtlCol="0"/>
          <a:lstStyle/>
          <a:p>
            <a:pPr lvl="0" rtl="0"/>
            <a:r>
              <a:rPr lang="pt-BR"/>
              <a:t>Clique para editar os estilos de texto Mestres</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8" name="Marcador de Posição da Data 7">
            <a:extLst>
              <a:ext uri="{FF2B5EF4-FFF2-40B4-BE49-F238E27FC236}">
                <a16:creationId xmlns:a16="http://schemas.microsoft.com/office/drawing/2014/main" id="{770E6237-3456-439F-802D-3BA93FC7E3E5}"/>
              </a:ext>
            </a:extLst>
          </p:cNvPr>
          <p:cNvSpPr>
            <a:spLocks noGrp="1"/>
          </p:cNvSpPr>
          <p:nvPr>
            <p:ph type="dt" sz="half" idx="10"/>
          </p:nvPr>
        </p:nvSpPr>
        <p:spPr/>
        <p:txBody>
          <a:bodyPr rtlCol="0"/>
          <a:lstStyle/>
          <a:p>
            <a:pPr rtl="0"/>
            <a:fld id="{9E09E755-EDBC-4192-AC9E-FCC227FEE010}" type="datetime1">
              <a:rPr lang="pt-PT" smtClean="0"/>
              <a:t>24/06/2026</a:t>
            </a:fld>
            <a:endParaRPr lang="en-US" dirty="0"/>
          </a:p>
        </p:txBody>
      </p:sp>
      <p:sp>
        <p:nvSpPr>
          <p:cNvPr id="9" name="Marcador de Posição do Rodapé 8">
            <a:extLst>
              <a:ext uri="{FF2B5EF4-FFF2-40B4-BE49-F238E27FC236}">
                <a16:creationId xmlns:a16="http://schemas.microsoft.com/office/drawing/2014/main" id="{1356D3B5-6063-4A89-B88F-9D3043916FF8}"/>
              </a:ext>
            </a:extLst>
          </p:cNvPr>
          <p:cNvSpPr>
            <a:spLocks noGrp="1"/>
          </p:cNvSpPr>
          <p:nvPr>
            <p:ph type="ftr" sz="quarter" idx="11"/>
          </p:nvPr>
        </p:nvSpPr>
        <p:spPr/>
        <p:txBody>
          <a:bodyPr rtlCol="0"/>
          <a:lstStyle/>
          <a:p>
            <a:pPr rtl="0"/>
            <a:endParaRPr lang="en-US" dirty="0"/>
          </a:p>
        </p:txBody>
      </p:sp>
      <p:sp>
        <p:nvSpPr>
          <p:cNvPr id="10" name="Marcador de Posição do Número do Diapositivo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cção">
    <p:spTree>
      <p:nvGrpSpPr>
        <p:cNvPr id="1" name=""/>
        <p:cNvGrpSpPr/>
        <p:nvPr/>
      </p:nvGrpSpPr>
      <p:grpSpPr>
        <a:xfrm>
          <a:off x="0" y="0"/>
          <a:ext cx="0" cy="0"/>
          <a:chOff x="0" y="0"/>
          <a:chExt cx="0" cy="0"/>
        </a:xfrm>
      </p:grpSpPr>
      <p:sp>
        <p:nvSpPr>
          <p:cNvPr id="8" name="Retângulo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hasCustomPrompt="1"/>
          </p:nvPr>
        </p:nvSpPr>
        <p:spPr>
          <a:xfrm>
            <a:off x="581193" y="2393950"/>
            <a:ext cx="11029615" cy="2147467"/>
          </a:xfrm>
        </p:spPr>
        <p:txBody>
          <a:bodyPr rtlCol="0" anchor="b">
            <a:normAutofit/>
          </a:bodyPr>
          <a:lstStyle>
            <a:lvl1pPr algn="l">
              <a:defRPr sz="3600" b="0" cap="all">
                <a:solidFill>
                  <a:schemeClr val="tx1">
                    <a:lumMod val="75000"/>
                    <a:lumOff val="25000"/>
                  </a:schemeClr>
                </a:solidFill>
              </a:defRPr>
            </a:lvl1pPr>
          </a:lstStyle>
          <a:p>
            <a:pPr rtl="0"/>
            <a:r>
              <a:rPr lang="pt-pt" dirty="0"/>
              <a:t>Clique para editar o estilo do título do Modelo Global</a:t>
            </a:r>
            <a:endParaRPr lang="en-US" dirty="0"/>
          </a:p>
        </p:txBody>
      </p:sp>
      <p:sp>
        <p:nvSpPr>
          <p:cNvPr id="3" name="Marcador de Posição do Texto 2"/>
          <p:cNvSpPr>
            <a:spLocks noGrp="1"/>
          </p:cNvSpPr>
          <p:nvPr>
            <p:ph type="body" idx="1"/>
          </p:nvPr>
        </p:nvSpPr>
        <p:spPr>
          <a:xfrm>
            <a:off x="581192" y="4541417"/>
            <a:ext cx="11029615" cy="600556"/>
          </a:xfrm>
        </p:spPr>
        <p:txBody>
          <a:bodyPr rtlCol="0"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pt-BR"/>
              <a:t>Clique para editar os estilos de texto Mestres</a:t>
            </a:r>
          </a:p>
        </p:txBody>
      </p:sp>
      <p:sp>
        <p:nvSpPr>
          <p:cNvPr id="7" name="Marcador de Posição da Data 6">
            <a:extLst>
              <a:ext uri="{FF2B5EF4-FFF2-40B4-BE49-F238E27FC236}">
                <a16:creationId xmlns:a16="http://schemas.microsoft.com/office/drawing/2014/main" id="{61582016-5696-4A93-887F-BBB3B9002FE5}"/>
              </a:ext>
            </a:extLst>
          </p:cNvPr>
          <p:cNvSpPr>
            <a:spLocks noGrp="1"/>
          </p:cNvSpPr>
          <p:nvPr>
            <p:ph type="dt" sz="half" idx="10"/>
          </p:nvPr>
        </p:nvSpPr>
        <p:spPr/>
        <p:txBody>
          <a:bodyPr rtlCol="0"/>
          <a:lstStyle/>
          <a:p>
            <a:pPr rtl="0"/>
            <a:fld id="{5D96CFE7-A573-4719-8192-DEF0EFA75C09}" type="datetime1">
              <a:rPr lang="pt-PT" smtClean="0"/>
              <a:t>24/06/2026</a:t>
            </a:fld>
            <a:endParaRPr lang="en-US" dirty="0"/>
          </a:p>
        </p:txBody>
      </p:sp>
      <p:sp>
        <p:nvSpPr>
          <p:cNvPr id="9" name="Marcador de Posição do Rodapé 8">
            <a:extLst>
              <a:ext uri="{FF2B5EF4-FFF2-40B4-BE49-F238E27FC236}">
                <a16:creationId xmlns:a16="http://schemas.microsoft.com/office/drawing/2014/main" id="{857CFCD5-1192-4E18-8A8F-29E153B44DA4}"/>
              </a:ext>
            </a:extLst>
          </p:cNvPr>
          <p:cNvSpPr>
            <a:spLocks noGrp="1"/>
          </p:cNvSpPr>
          <p:nvPr>
            <p:ph type="ftr" sz="quarter" idx="11"/>
          </p:nvPr>
        </p:nvSpPr>
        <p:spPr/>
        <p:txBody>
          <a:bodyPr rtlCol="0"/>
          <a:lstStyle/>
          <a:p>
            <a:pPr rtl="0"/>
            <a:endParaRPr lang="en-US" dirty="0"/>
          </a:p>
        </p:txBody>
      </p:sp>
      <p:sp>
        <p:nvSpPr>
          <p:cNvPr id="10" name="Marcador de Posição do Número do Diapositivo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údo Duplo">
    <p:spTree>
      <p:nvGrpSpPr>
        <p:cNvPr id="1" name=""/>
        <p:cNvGrpSpPr/>
        <p:nvPr/>
      </p:nvGrpSpPr>
      <p:grpSpPr>
        <a:xfrm>
          <a:off x="0" y="0"/>
          <a:ext cx="0" cy="0"/>
          <a:chOff x="0" y="0"/>
          <a:chExt cx="0" cy="0"/>
        </a:xfrm>
      </p:grpSpPr>
      <p:sp>
        <p:nvSpPr>
          <p:cNvPr id="2" name="Título 1"/>
          <p:cNvSpPr>
            <a:spLocks noGrp="1"/>
          </p:cNvSpPr>
          <p:nvPr>
            <p:ph type="title"/>
          </p:nvPr>
        </p:nvSpPr>
        <p:spPr>
          <a:xfrm>
            <a:off x="581193" y="729658"/>
            <a:ext cx="11029616" cy="988332"/>
          </a:xfrm>
        </p:spPr>
        <p:txBody>
          <a:bodyPr rtlCol="0"/>
          <a:lstStyle/>
          <a:p>
            <a:pPr rtl="0"/>
            <a:r>
              <a:rPr lang="pt-BR"/>
              <a:t>Clique para editar o título Mestre</a:t>
            </a:r>
            <a:endParaRPr lang="en-US" dirty="0"/>
          </a:p>
        </p:txBody>
      </p:sp>
      <p:sp>
        <p:nvSpPr>
          <p:cNvPr id="3" name="Marcador de Posição de Conteúdo 2"/>
          <p:cNvSpPr>
            <a:spLocks noGrp="1"/>
          </p:cNvSpPr>
          <p:nvPr>
            <p:ph sz="half" idx="1"/>
          </p:nvPr>
        </p:nvSpPr>
        <p:spPr>
          <a:xfrm>
            <a:off x="581193" y="2228003"/>
            <a:ext cx="5194767" cy="3633047"/>
          </a:xfrm>
        </p:spPr>
        <p:txBody>
          <a:bodyPr rtlCol="0">
            <a:normAutofit/>
          </a:bodyPr>
          <a:lstStyle/>
          <a:p>
            <a:pPr lvl="0" rtl="0"/>
            <a:r>
              <a:rPr lang="pt-BR"/>
              <a:t>Clique para editar os estilos de texto Mestres</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4" name="Marcador de Posição de Conteúdo 3"/>
          <p:cNvSpPr>
            <a:spLocks noGrp="1"/>
          </p:cNvSpPr>
          <p:nvPr>
            <p:ph sz="half" idx="2"/>
          </p:nvPr>
        </p:nvSpPr>
        <p:spPr>
          <a:xfrm>
            <a:off x="6416039" y="2228003"/>
            <a:ext cx="5194769" cy="3633047"/>
          </a:xfrm>
        </p:spPr>
        <p:txBody>
          <a:bodyPr rtlCol="0">
            <a:normAutofit/>
          </a:bodyPr>
          <a:lstStyle/>
          <a:p>
            <a:pPr lvl="0" rtl="0"/>
            <a:r>
              <a:rPr lang="pt-BR"/>
              <a:t>Clique para editar os estilos de texto Mestres</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5" name="Marcador de Posição da Data 4"/>
          <p:cNvSpPr>
            <a:spLocks noGrp="1"/>
          </p:cNvSpPr>
          <p:nvPr>
            <p:ph type="dt" sz="half" idx="10"/>
          </p:nvPr>
        </p:nvSpPr>
        <p:spPr/>
        <p:txBody>
          <a:bodyPr rtlCol="0"/>
          <a:lstStyle/>
          <a:p>
            <a:pPr rtl="0"/>
            <a:fld id="{20897C99-EC67-49CE-86D9-F22CCAECAE5E}" type="datetime1">
              <a:rPr lang="pt-PT" smtClean="0"/>
              <a:t>24/06/2026</a:t>
            </a:fld>
            <a:endParaRPr lang="en-US" dirty="0"/>
          </a:p>
        </p:txBody>
      </p:sp>
      <p:sp>
        <p:nvSpPr>
          <p:cNvPr id="6" name="Marcador de Posição do Rodapé 5"/>
          <p:cNvSpPr>
            <a:spLocks noGrp="1"/>
          </p:cNvSpPr>
          <p:nvPr>
            <p:ph type="ftr" sz="quarter" idx="11"/>
          </p:nvPr>
        </p:nvSpPr>
        <p:spPr/>
        <p:txBody>
          <a:bodyPr rtlCol="0"/>
          <a:lstStyle/>
          <a:p>
            <a:pPr rtl="0"/>
            <a:endParaRPr lang="en-US" dirty="0"/>
          </a:p>
        </p:txBody>
      </p:sp>
      <p:sp>
        <p:nvSpPr>
          <p:cNvPr id="7" name="Marcador de Posição do Número do Diapositivo 6"/>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ação">
    <p:spTree>
      <p:nvGrpSpPr>
        <p:cNvPr id="1" name=""/>
        <p:cNvGrpSpPr/>
        <p:nvPr/>
      </p:nvGrpSpPr>
      <p:grpSpPr>
        <a:xfrm>
          <a:off x="0" y="0"/>
          <a:ext cx="0" cy="0"/>
          <a:chOff x="0" y="0"/>
          <a:chExt cx="0" cy="0"/>
        </a:xfrm>
      </p:grpSpPr>
      <p:sp>
        <p:nvSpPr>
          <p:cNvPr id="12" name="Título 1"/>
          <p:cNvSpPr>
            <a:spLocks noGrp="1"/>
          </p:cNvSpPr>
          <p:nvPr>
            <p:ph type="title"/>
          </p:nvPr>
        </p:nvSpPr>
        <p:spPr>
          <a:xfrm>
            <a:off x="581193" y="729658"/>
            <a:ext cx="11029616" cy="988332"/>
          </a:xfrm>
        </p:spPr>
        <p:txBody>
          <a:bodyPr rtlCol="0"/>
          <a:lstStyle/>
          <a:p>
            <a:pPr rtl="0"/>
            <a:r>
              <a:rPr lang="pt-BR"/>
              <a:t>Clique para editar o título Mestre</a:t>
            </a:r>
            <a:endParaRPr lang="en-US" dirty="0"/>
          </a:p>
        </p:txBody>
      </p:sp>
      <p:sp>
        <p:nvSpPr>
          <p:cNvPr id="3" name="Marcador de Posição do Texto 2"/>
          <p:cNvSpPr>
            <a:spLocks noGrp="1"/>
          </p:cNvSpPr>
          <p:nvPr>
            <p:ph type="body" idx="1" hasCustomPrompt="1"/>
          </p:nvPr>
        </p:nvSpPr>
        <p:spPr>
          <a:xfrm>
            <a:off x="581191" y="2250891"/>
            <a:ext cx="5194769" cy="557784"/>
          </a:xfrm>
        </p:spPr>
        <p:txBody>
          <a:bodyPr rtlCol="0"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pt" dirty="0"/>
              <a:t>Clique para editar os estilos de texto do Modelo Global</a:t>
            </a:r>
          </a:p>
        </p:txBody>
      </p:sp>
      <p:sp>
        <p:nvSpPr>
          <p:cNvPr id="4" name="Marcador de Posição de Conteúdo 3"/>
          <p:cNvSpPr>
            <a:spLocks noGrp="1"/>
          </p:cNvSpPr>
          <p:nvPr>
            <p:ph sz="half" idx="2" hasCustomPrompt="1"/>
          </p:nvPr>
        </p:nvSpPr>
        <p:spPr>
          <a:xfrm>
            <a:off x="581194" y="2926052"/>
            <a:ext cx="5194766" cy="2934999"/>
          </a:xfrm>
        </p:spPr>
        <p:txBody>
          <a:bodyPr rtlCol="0" anchor="t">
            <a:normAutofit/>
          </a:bodyPr>
          <a:lstStyle>
            <a:lvl1pPr>
              <a:defRPr/>
            </a:lvl1pPr>
          </a:lstStyle>
          <a:p>
            <a:pPr lvl="0" rtl="0"/>
            <a:r>
              <a:rPr lang="pt-pt" dirty="0"/>
              <a:t>Clique para editar os Estilos de texto do modelo global</a:t>
            </a:r>
          </a:p>
          <a:p>
            <a:pPr lvl="1" rtl="0"/>
            <a:r>
              <a:rPr lang="pt-pt" dirty="0"/>
              <a:t>Segundo nível</a:t>
            </a:r>
          </a:p>
          <a:p>
            <a:pPr lvl="2" rtl="0"/>
            <a:r>
              <a:rPr lang="pt-pt" dirty="0"/>
              <a:t>Terceiro nível</a:t>
            </a:r>
          </a:p>
          <a:p>
            <a:pPr lvl="3" rtl="0"/>
            <a:r>
              <a:rPr lang="pt-pt" dirty="0"/>
              <a:t>Quarto nível</a:t>
            </a:r>
          </a:p>
          <a:p>
            <a:pPr lvl="4" rtl="0"/>
            <a:r>
              <a:rPr lang="pt-pt" dirty="0"/>
              <a:t>Quinto nível</a:t>
            </a:r>
            <a:endParaRPr lang="en-US" dirty="0"/>
          </a:p>
        </p:txBody>
      </p:sp>
      <p:sp>
        <p:nvSpPr>
          <p:cNvPr id="5" name="Marcador de Posição do Texto 4"/>
          <p:cNvSpPr>
            <a:spLocks noGrp="1"/>
          </p:cNvSpPr>
          <p:nvPr>
            <p:ph type="body" sz="quarter" idx="3" hasCustomPrompt="1"/>
          </p:nvPr>
        </p:nvSpPr>
        <p:spPr>
          <a:xfrm>
            <a:off x="6416039" y="2250892"/>
            <a:ext cx="5194770" cy="553373"/>
          </a:xfrm>
        </p:spPr>
        <p:txBody>
          <a:bodyPr rtlCol="0"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pt-pt" dirty="0"/>
              <a:t>Clique para editar os estilos de texto do Modelo Global</a:t>
            </a:r>
          </a:p>
        </p:txBody>
      </p:sp>
      <p:sp>
        <p:nvSpPr>
          <p:cNvPr id="6" name="Marcador de Posição de Conteúdo 5"/>
          <p:cNvSpPr>
            <a:spLocks noGrp="1"/>
          </p:cNvSpPr>
          <p:nvPr>
            <p:ph sz="quarter" idx="4" hasCustomPrompt="1"/>
          </p:nvPr>
        </p:nvSpPr>
        <p:spPr>
          <a:xfrm>
            <a:off x="6416037" y="2926052"/>
            <a:ext cx="5194771" cy="2934999"/>
          </a:xfrm>
        </p:spPr>
        <p:txBody>
          <a:bodyPr rtlCol="0" anchor="t">
            <a:normAutofit/>
          </a:bodyPr>
          <a:lstStyle>
            <a:lvl1pPr>
              <a:defRPr/>
            </a:lvl1pPr>
          </a:lstStyle>
          <a:p>
            <a:pPr lvl="0" rtl="0"/>
            <a:r>
              <a:rPr lang="pt-pt" dirty="0"/>
              <a:t>Clique para editar os estilos de texto do Modelo Global</a:t>
            </a:r>
          </a:p>
          <a:p>
            <a:pPr lvl="1" rtl="0"/>
            <a:r>
              <a:rPr lang="pt-pt" dirty="0"/>
              <a:t>Segundo nível</a:t>
            </a:r>
          </a:p>
          <a:p>
            <a:pPr lvl="2" rtl="0"/>
            <a:r>
              <a:rPr lang="pt-pt" dirty="0"/>
              <a:t>Terceiro nível</a:t>
            </a:r>
          </a:p>
          <a:p>
            <a:pPr lvl="3" rtl="0"/>
            <a:r>
              <a:rPr lang="pt-pt" dirty="0"/>
              <a:t>Quarto nível</a:t>
            </a:r>
          </a:p>
          <a:p>
            <a:pPr lvl="4" rtl="0"/>
            <a:r>
              <a:rPr lang="pt-pt" dirty="0"/>
              <a:t>Quinto nível</a:t>
            </a:r>
            <a:endParaRPr lang="en-US" dirty="0"/>
          </a:p>
        </p:txBody>
      </p:sp>
      <p:sp>
        <p:nvSpPr>
          <p:cNvPr id="7" name="Marcador de Posição da Data 6"/>
          <p:cNvSpPr>
            <a:spLocks noGrp="1"/>
          </p:cNvSpPr>
          <p:nvPr>
            <p:ph type="dt" sz="half" idx="10"/>
          </p:nvPr>
        </p:nvSpPr>
        <p:spPr/>
        <p:txBody>
          <a:bodyPr rtlCol="0"/>
          <a:lstStyle/>
          <a:p>
            <a:pPr rtl="0"/>
            <a:fld id="{BE14A099-40C0-42BE-A240-B8755EA7A0CD}" type="datetime1">
              <a:rPr lang="pt-PT" smtClean="0"/>
              <a:t>24/06/2026</a:t>
            </a:fld>
            <a:endParaRPr lang="en-US" dirty="0"/>
          </a:p>
        </p:txBody>
      </p:sp>
      <p:sp>
        <p:nvSpPr>
          <p:cNvPr id="8" name="Marcador de Posição do Rodapé 7"/>
          <p:cNvSpPr>
            <a:spLocks noGrp="1"/>
          </p:cNvSpPr>
          <p:nvPr>
            <p:ph type="ftr" sz="quarter" idx="11"/>
          </p:nvPr>
        </p:nvSpPr>
        <p:spPr/>
        <p:txBody>
          <a:bodyPr rtlCol="0"/>
          <a:lstStyle/>
          <a:p>
            <a:pPr rtl="0"/>
            <a:endParaRPr lang="en-US" dirty="0"/>
          </a:p>
        </p:txBody>
      </p:sp>
      <p:sp>
        <p:nvSpPr>
          <p:cNvPr id="9" name="Marcador de Posição do Número do Diapositivo 8"/>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 Título">
    <p:spTree>
      <p:nvGrpSpPr>
        <p:cNvPr id="1" name=""/>
        <p:cNvGrpSpPr/>
        <p:nvPr/>
      </p:nvGrpSpPr>
      <p:grpSpPr>
        <a:xfrm>
          <a:off x="0" y="0"/>
          <a:ext cx="0" cy="0"/>
          <a:chOff x="0" y="0"/>
          <a:chExt cx="0" cy="0"/>
        </a:xfrm>
      </p:grpSpPr>
      <p:sp>
        <p:nvSpPr>
          <p:cNvPr id="8" name="Título 1"/>
          <p:cNvSpPr>
            <a:spLocks noGrp="1"/>
          </p:cNvSpPr>
          <p:nvPr>
            <p:ph type="title"/>
          </p:nvPr>
        </p:nvSpPr>
        <p:spPr>
          <a:xfrm>
            <a:off x="575894" y="729658"/>
            <a:ext cx="11029616" cy="988332"/>
          </a:xfrm>
        </p:spPr>
        <p:txBody>
          <a:bodyPr rtlCol="0"/>
          <a:lstStyle/>
          <a:p>
            <a:pPr rtl="0"/>
            <a:r>
              <a:rPr lang="pt-BR"/>
              <a:t>Clique para editar o título Mestre</a:t>
            </a:r>
            <a:endParaRPr lang="en-US" dirty="0"/>
          </a:p>
        </p:txBody>
      </p:sp>
      <p:sp>
        <p:nvSpPr>
          <p:cNvPr id="3" name="Marcador de Posição da Data 2"/>
          <p:cNvSpPr>
            <a:spLocks noGrp="1"/>
          </p:cNvSpPr>
          <p:nvPr>
            <p:ph type="dt" sz="half" idx="10"/>
          </p:nvPr>
        </p:nvSpPr>
        <p:spPr/>
        <p:txBody>
          <a:bodyPr rtlCol="0"/>
          <a:lstStyle/>
          <a:p>
            <a:pPr rtl="0"/>
            <a:fld id="{51700D0E-9E8B-4A9D-866D-52C1587B5C4A}" type="datetime1">
              <a:rPr lang="pt-PT" smtClean="0"/>
              <a:t>24/06/2026</a:t>
            </a:fld>
            <a:endParaRPr lang="en-US" dirty="0"/>
          </a:p>
        </p:txBody>
      </p:sp>
      <p:sp>
        <p:nvSpPr>
          <p:cNvPr id="4" name="Marcador de Posição do Rodapé 3"/>
          <p:cNvSpPr>
            <a:spLocks noGrp="1"/>
          </p:cNvSpPr>
          <p:nvPr>
            <p:ph type="ftr" sz="quarter" idx="11"/>
          </p:nvPr>
        </p:nvSpPr>
        <p:spPr/>
        <p:txBody>
          <a:bodyPr rtlCol="0"/>
          <a:lstStyle/>
          <a:p>
            <a:pPr rtl="0"/>
            <a:endParaRPr lang="en-US" dirty="0"/>
          </a:p>
        </p:txBody>
      </p:sp>
      <p:sp>
        <p:nvSpPr>
          <p:cNvPr id="5" name="Marcador de Posição do Número do Diapositivo 4"/>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Marcador de Posição da Data 1"/>
          <p:cNvSpPr>
            <a:spLocks noGrp="1"/>
          </p:cNvSpPr>
          <p:nvPr>
            <p:ph type="dt" sz="half" idx="10"/>
          </p:nvPr>
        </p:nvSpPr>
        <p:spPr/>
        <p:txBody>
          <a:bodyPr rtlCol="0"/>
          <a:lstStyle/>
          <a:p>
            <a:pPr rtl="0"/>
            <a:fld id="{FB469DDE-4AA9-46B4-8B4B-ABB43359B0EE}" type="datetime1">
              <a:rPr lang="pt-PT" smtClean="0"/>
              <a:t>24/06/2026</a:t>
            </a:fld>
            <a:endParaRPr lang="en-US" dirty="0"/>
          </a:p>
        </p:txBody>
      </p:sp>
      <p:sp>
        <p:nvSpPr>
          <p:cNvPr id="3" name="Marcador de Posição do Rodapé 2"/>
          <p:cNvSpPr>
            <a:spLocks noGrp="1"/>
          </p:cNvSpPr>
          <p:nvPr>
            <p:ph type="ftr" sz="quarter" idx="11"/>
          </p:nvPr>
        </p:nvSpPr>
        <p:spPr/>
        <p:txBody>
          <a:bodyPr rtlCol="0"/>
          <a:lstStyle/>
          <a:p>
            <a:pPr rtl="0"/>
            <a:endParaRPr lang="en-US" dirty="0"/>
          </a:p>
        </p:txBody>
      </p:sp>
      <p:sp>
        <p:nvSpPr>
          <p:cNvPr id="4" name="Marcador de Posição do Número do Diapositivo 3"/>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9" name="Retângulo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p:nvPr>
        </p:nvSpPr>
        <p:spPr>
          <a:xfrm>
            <a:off x="767857" y="933450"/>
            <a:ext cx="3031852" cy="1722419"/>
          </a:xfrm>
        </p:spPr>
        <p:txBody>
          <a:bodyPr rtlCol="0" anchor="b">
            <a:normAutofit/>
          </a:bodyPr>
          <a:lstStyle>
            <a:lvl1pPr algn="l">
              <a:defRPr sz="2400" b="0">
                <a:solidFill>
                  <a:srgbClr val="FFFFFF"/>
                </a:solidFill>
              </a:defRPr>
            </a:lvl1pPr>
          </a:lstStyle>
          <a:p>
            <a:pPr rtl="0"/>
            <a:r>
              <a:rPr lang="pt-BR"/>
              <a:t>Clique para editar o título Mestre</a:t>
            </a:r>
            <a:endParaRPr lang="en-US" dirty="0"/>
          </a:p>
        </p:txBody>
      </p:sp>
      <p:sp>
        <p:nvSpPr>
          <p:cNvPr id="3" name="Marcador de Posição de Conteúdo 2"/>
          <p:cNvSpPr>
            <a:spLocks noGrp="1"/>
          </p:cNvSpPr>
          <p:nvPr>
            <p:ph idx="1"/>
          </p:nvPr>
        </p:nvSpPr>
        <p:spPr>
          <a:xfrm>
            <a:off x="4900928" y="1179829"/>
            <a:ext cx="6650991" cy="4658216"/>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pt-BR"/>
              <a:t>Clique para editar os estilos de texto Mestres</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4" name="Marcador de Posição do Texto 3"/>
          <p:cNvSpPr>
            <a:spLocks noGrp="1"/>
          </p:cNvSpPr>
          <p:nvPr>
            <p:ph type="body" sz="half" idx="2" hasCustomPrompt="1"/>
          </p:nvPr>
        </p:nvSpPr>
        <p:spPr>
          <a:xfrm>
            <a:off x="767857" y="2836654"/>
            <a:ext cx="3031852" cy="3001392"/>
          </a:xfrm>
        </p:spPr>
        <p:txBody>
          <a:bodyPr rtlCol="0"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pt-pt" dirty="0"/>
              <a:t>Clique para editar os Estilos de título do modelo global</a:t>
            </a:r>
          </a:p>
        </p:txBody>
      </p:sp>
      <p:sp>
        <p:nvSpPr>
          <p:cNvPr id="8" name="Marcador de Posição da Data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rtlCol="0"/>
          <a:lstStyle/>
          <a:p>
            <a:pPr rtl="0"/>
            <a:fld id="{EBD87A0C-49D4-4622-B87D-BA2C1B765D76}" type="datetime1">
              <a:rPr lang="pt-PT" smtClean="0"/>
              <a:t>24/06/2026</a:t>
            </a:fld>
            <a:endParaRPr lang="en-US" dirty="0"/>
          </a:p>
        </p:txBody>
      </p:sp>
      <p:sp>
        <p:nvSpPr>
          <p:cNvPr id="10" name="Marcador de Posição do Rodapé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rtlCol="0"/>
          <a:lstStyle/>
          <a:p>
            <a:pPr rtl="0"/>
            <a:endParaRPr lang="en-US" dirty="0"/>
          </a:p>
        </p:txBody>
      </p:sp>
      <p:sp>
        <p:nvSpPr>
          <p:cNvPr id="11" name="Marcador de Posição do Número do Diapositivo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rtlCol="0"/>
          <a:lstStyle/>
          <a:p>
            <a:pPr rtl="0"/>
            <a:fld id="{3A98EE3D-8CD1-4C3F-BD1C-C98C9596463C}" type="slidenum">
              <a:rPr lang="en-US" smtClean="0"/>
              <a:pPr rtl="0"/>
              <a:t>‹nº›</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581193" y="4693389"/>
            <a:ext cx="11029616" cy="566738"/>
          </a:xfrm>
        </p:spPr>
        <p:txBody>
          <a:bodyPr rtlCol="0" anchor="b">
            <a:normAutofit/>
          </a:bodyPr>
          <a:lstStyle>
            <a:lvl1pPr algn="l">
              <a:defRPr sz="2400" b="0">
                <a:solidFill>
                  <a:schemeClr val="tx1">
                    <a:lumMod val="75000"/>
                    <a:lumOff val="25000"/>
                  </a:schemeClr>
                </a:solidFill>
              </a:defRPr>
            </a:lvl1pPr>
          </a:lstStyle>
          <a:p>
            <a:pPr rtl="0"/>
            <a:r>
              <a:rPr lang="pt-BR"/>
              <a:t>Clique para editar o título Mestre</a:t>
            </a:r>
            <a:endParaRPr lang="en-US" dirty="0"/>
          </a:p>
        </p:txBody>
      </p:sp>
      <p:sp>
        <p:nvSpPr>
          <p:cNvPr id="3" name="Marcador de Posição da Imagem 2"/>
          <p:cNvSpPr>
            <a:spLocks noGrp="1" noChangeAspect="1"/>
          </p:cNvSpPr>
          <p:nvPr>
            <p:ph type="pic" idx="1"/>
          </p:nvPr>
        </p:nvSpPr>
        <p:spPr>
          <a:xfrm>
            <a:off x="447817" y="641350"/>
            <a:ext cx="11290859" cy="3651249"/>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pt-BR"/>
              <a:t>Clique no ícone para adicionar uma imagem</a:t>
            </a:r>
            <a:endParaRPr lang="en-US" dirty="0"/>
          </a:p>
        </p:txBody>
      </p:sp>
      <p:sp>
        <p:nvSpPr>
          <p:cNvPr id="4" name="Marcador de Posição do Texto 3"/>
          <p:cNvSpPr>
            <a:spLocks noGrp="1"/>
          </p:cNvSpPr>
          <p:nvPr>
            <p:ph type="body" sz="half" idx="2"/>
          </p:nvPr>
        </p:nvSpPr>
        <p:spPr>
          <a:xfrm>
            <a:off x="581192" y="5260127"/>
            <a:ext cx="11029617" cy="998148"/>
          </a:xfrm>
        </p:spPr>
        <p:txBody>
          <a:bodyPr rtlCol="0"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pt-BR"/>
              <a:t>Clique para editar os estilos de texto Mestres</a:t>
            </a:r>
          </a:p>
        </p:txBody>
      </p:sp>
      <p:sp>
        <p:nvSpPr>
          <p:cNvPr id="5" name="Marcador de Posição da Data 4"/>
          <p:cNvSpPr>
            <a:spLocks noGrp="1"/>
          </p:cNvSpPr>
          <p:nvPr>
            <p:ph type="dt" sz="half" idx="10"/>
          </p:nvPr>
        </p:nvSpPr>
        <p:spPr/>
        <p:txBody>
          <a:bodyPr rtlCol="0"/>
          <a:lstStyle/>
          <a:p>
            <a:pPr rtl="0"/>
            <a:fld id="{E99E4EDA-B394-40D1-A4AB-5A278200C327}" type="datetime1">
              <a:rPr lang="pt-PT" smtClean="0"/>
              <a:t>24/06/2026</a:t>
            </a:fld>
            <a:endParaRPr lang="en-US" dirty="0"/>
          </a:p>
        </p:txBody>
      </p:sp>
      <p:sp>
        <p:nvSpPr>
          <p:cNvPr id="6" name="Marcador de Posição do Rodapé 5"/>
          <p:cNvSpPr>
            <a:spLocks noGrp="1"/>
          </p:cNvSpPr>
          <p:nvPr>
            <p:ph type="ftr" sz="quarter" idx="11"/>
          </p:nvPr>
        </p:nvSpPr>
        <p:spPr/>
        <p:txBody>
          <a:bodyPr rtlCol="0"/>
          <a:lstStyle/>
          <a:p>
            <a:pPr algn="l" rtl="0"/>
            <a:endParaRPr lang="en-US" dirty="0"/>
          </a:p>
        </p:txBody>
      </p:sp>
      <p:sp>
        <p:nvSpPr>
          <p:cNvPr id="7" name="Marcador de Posição do Número do Diapositivo 6"/>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9" name="Título 1"/>
          <p:cNvSpPr>
            <a:spLocks noGrp="1"/>
          </p:cNvSpPr>
          <p:nvPr>
            <p:ph type="title"/>
          </p:nvPr>
        </p:nvSpPr>
        <p:spPr>
          <a:xfrm>
            <a:off x="581192" y="702156"/>
            <a:ext cx="11029616" cy="1013800"/>
          </a:xfrm>
        </p:spPr>
        <p:txBody>
          <a:bodyPr rtlCol="0"/>
          <a:lstStyle/>
          <a:p>
            <a:pPr rtl="0"/>
            <a:r>
              <a:rPr lang="pt-BR"/>
              <a:t>Clique para editar o título Mestre</a:t>
            </a:r>
            <a:endParaRPr lang="en-US" dirty="0"/>
          </a:p>
        </p:txBody>
      </p:sp>
      <p:sp>
        <p:nvSpPr>
          <p:cNvPr id="3" name="Marcador de Posição de Texto Vertical 2"/>
          <p:cNvSpPr>
            <a:spLocks noGrp="1"/>
          </p:cNvSpPr>
          <p:nvPr>
            <p:ph type="body" orient="vert" idx="1"/>
          </p:nvPr>
        </p:nvSpPr>
        <p:spPr/>
        <p:txBody>
          <a:bodyPr vert="eaVert" rtlCol="0" anchor="t"/>
          <a:lstStyle>
            <a:lvl1pPr algn="l">
              <a:defRPr/>
            </a:lvl1pPr>
            <a:lvl2pPr algn="l">
              <a:defRPr/>
            </a:lvl2pPr>
            <a:lvl3pPr algn="l">
              <a:defRPr/>
            </a:lvl3pPr>
            <a:lvl4pPr algn="l">
              <a:defRPr/>
            </a:lvl4pPr>
            <a:lvl5pPr algn="l">
              <a:defRPr/>
            </a:lvl5pPr>
          </a:lstStyle>
          <a:p>
            <a:pPr lvl="0" rtl="0"/>
            <a:r>
              <a:rPr lang="pt-BR"/>
              <a:t>Clique para editar os estilos de texto Mestres</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4" name="Marcador de Posição da Data 3"/>
          <p:cNvSpPr>
            <a:spLocks noGrp="1"/>
          </p:cNvSpPr>
          <p:nvPr>
            <p:ph type="dt" sz="half" idx="10"/>
          </p:nvPr>
        </p:nvSpPr>
        <p:spPr/>
        <p:txBody>
          <a:bodyPr rtlCol="0"/>
          <a:lstStyle/>
          <a:p>
            <a:pPr rtl="0"/>
            <a:fld id="{D596A2F7-C4B5-4B27-A004-0671785D38D6}" type="datetime1">
              <a:rPr lang="pt-PT" smtClean="0"/>
              <a:t>24/06/2026</a:t>
            </a:fld>
            <a:endParaRPr lang="en-US" dirty="0"/>
          </a:p>
        </p:txBody>
      </p:sp>
      <p:sp>
        <p:nvSpPr>
          <p:cNvPr id="5" name="Marcador de Posição do Rodapé 4"/>
          <p:cNvSpPr>
            <a:spLocks noGrp="1"/>
          </p:cNvSpPr>
          <p:nvPr>
            <p:ph type="ftr" sz="quarter" idx="11"/>
          </p:nvPr>
        </p:nvSpPr>
        <p:spPr/>
        <p:txBody>
          <a:bodyPr rtlCol="0"/>
          <a:lstStyle/>
          <a:p>
            <a:pPr rtl="0"/>
            <a:endParaRPr lang="en-US" dirty="0"/>
          </a:p>
        </p:txBody>
      </p:sp>
      <p:sp>
        <p:nvSpPr>
          <p:cNvPr id="6" name="Marcador de Posição do Número do Diapositivo 5"/>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e Texto Vertical">
    <p:spTree>
      <p:nvGrpSpPr>
        <p:cNvPr id="1" name=""/>
        <p:cNvGrpSpPr/>
        <p:nvPr/>
      </p:nvGrpSpPr>
      <p:grpSpPr>
        <a:xfrm>
          <a:off x="0" y="0"/>
          <a:ext cx="0" cy="0"/>
          <a:chOff x="0" y="0"/>
          <a:chExt cx="0" cy="0"/>
        </a:xfrm>
      </p:grpSpPr>
      <p:sp>
        <p:nvSpPr>
          <p:cNvPr id="7" name="Retângulo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Vertical 1"/>
          <p:cNvSpPr>
            <a:spLocks noGrp="1"/>
          </p:cNvSpPr>
          <p:nvPr>
            <p:ph type="title" orient="vert" hasCustomPrompt="1"/>
          </p:nvPr>
        </p:nvSpPr>
        <p:spPr>
          <a:xfrm>
            <a:off x="8204200" y="863600"/>
            <a:ext cx="3124200" cy="4807326"/>
          </a:xfrm>
        </p:spPr>
        <p:txBody>
          <a:bodyPr vert="eaVert" rtlCol="0" anchor="ctr"/>
          <a:lstStyle>
            <a:lvl1pPr>
              <a:defRPr>
                <a:solidFill>
                  <a:srgbClr val="FFFFFF"/>
                </a:solidFill>
              </a:defRPr>
            </a:lvl1pPr>
          </a:lstStyle>
          <a:p>
            <a:pPr rtl="0"/>
            <a:r>
              <a:rPr lang="pt-pt" dirty="0"/>
              <a:t>Clique para editar o estilo do título do Modelo Global</a:t>
            </a:r>
            <a:endParaRPr lang="en-US" dirty="0"/>
          </a:p>
        </p:txBody>
      </p:sp>
      <p:sp>
        <p:nvSpPr>
          <p:cNvPr id="3" name="Marcador de Posição do Texto Vertical 2"/>
          <p:cNvSpPr>
            <a:spLocks noGrp="1"/>
          </p:cNvSpPr>
          <p:nvPr>
            <p:ph type="body" orient="vert" idx="1"/>
          </p:nvPr>
        </p:nvSpPr>
        <p:spPr>
          <a:xfrm>
            <a:off x="774923" y="863600"/>
            <a:ext cx="7161625" cy="4807326"/>
          </a:xfrm>
        </p:spPr>
        <p:txBody>
          <a:bodyPr vert="eaVert" rtlCol="0" anchor="t"/>
          <a:lstStyle/>
          <a:p>
            <a:pPr lvl="0" rtl="0"/>
            <a:r>
              <a:rPr lang="pt-BR"/>
              <a:t>Clique para editar os estilos de texto Mestres</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8" name="Retângulo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tângulo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tângulo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Marcador de Posição da Data 10">
            <a:extLst>
              <a:ext uri="{FF2B5EF4-FFF2-40B4-BE49-F238E27FC236}">
                <a16:creationId xmlns:a16="http://schemas.microsoft.com/office/drawing/2014/main" id="{5C74A470-3BD3-4F33-80E5-67E6E87FCBE7}"/>
              </a:ext>
            </a:extLst>
          </p:cNvPr>
          <p:cNvSpPr>
            <a:spLocks noGrp="1"/>
          </p:cNvSpPr>
          <p:nvPr>
            <p:ph type="dt" sz="half" idx="10"/>
          </p:nvPr>
        </p:nvSpPr>
        <p:spPr/>
        <p:txBody>
          <a:bodyPr rtlCol="0"/>
          <a:lstStyle/>
          <a:p>
            <a:pPr rtl="0"/>
            <a:fld id="{1F6322EC-603C-467A-ABE0-DDADD4D3F055}" type="datetime1">
              <a:rPr lang="pt-PT" smtClean="0"/>
              <a:t>24/06/2026</a:t>
            </a:fld>
            <a:endParaRPr lang="en-US" dirty="0"/>
          </a:p>
        </p:txBody>
      </p:sp>
      <p:sp>
        <p:nvSpPr>
          <p:cNvPr id="12" name="Marcador de Posição do Rodapé 11">
            <a:extLst>
              <a:ext uri="{FF2B5EF4-FFF2-40B4-BE49-F238E27FC236}">
                <a16:creationId xmlns:a16="http://schemas.microsoft.com/office/drawing/2014/main" id="{9A3A30BA-DB50-4D7D-BCDE-17D20FB354DF}"/>
              </a:ext>
            </a:extLst>
          </p:cNvPr>
          <p:cNvSpPr>
            <a:spLocks noGrp="1"/>
          </p:cNvSpPr>
          <p:nvPr>
            <p:ph type="ftr" sz="quarter" idx="11"/>
          </p:nvPr>
        </p:nvSpPr>
        <p:spPr/>
        <p:txBody>
          <a:bodyPr rtlCol="0"/>
          <a:lstStyle/>
          <a:p>
            <a:pPr rtl="0"/>
            <a:endParaRPr lang="en-US" dirty="0"/>
          </a:p>
        </p:txBody>
      </p:sp>
      <p:sp>
        <p:nvSpPr>
          <p:cNvPr id="13" name="Marcador de Posição do Número do Diapositivo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Título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pt-pt"/>
              <a:t>Clique para editar o estilo do título do Modelo Global</a:t>
            </a:r>
            <a:endParaRPr lang="en-US" dirty="0"/>
          </a:p>
        </p:txBody>
      </p:sp>
      <p:sp>
        <p:nvSpPr>
          <p:cNvPr id="3" name="Marcador de Posição do Texto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rtl="0"/>
            <a:r>
              <a:rPr lang="pt-pt"/>
              <a:t>Clique para editar os Estilos de texto do modelo global</a:t>
            </a:r>
          </a:p>
          <a:p>
            <a:pPr lvl="1" rtl="0"/>
            <a:r>
              <a:rPr lang="pt-pt"/>
              <a:t>Segundo nível</a:t>
            </a:r>
          </a:p>
          <a:p>
            <a:pPr lvl="2" rtl="0"/>
            <a:r>
              <a:rPr lang="pt-pt"/>
              <a:t>Terceiro nível</a:t>
            </a:r>
          </a:p>
          <a:p>
            <a:pPr lvl="3" rtl="0"/>
            <a:r>
              <a:rPr lang="pt-pt"/>
              <a:t>Quarto nível</a:t>
            </a:r>
          </a:p>
          <a:p>
            <a:pPr lvl="4" rtl="0"/>
            <a:r>
              <a:rPr lang="pt-pt"/>
              <a:t>Quinto nível</a:t>
            </a:r>
            <a:endParaRPr lang="en-US" dirty="0"/>
          </a:p>
        </p:txBody>
      </p:sp>
      <p:sp>
        <p:nvSpPr>
          <p:cNvPr id="4" name="Marcador de Posição da Data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rtl="0"/>
            <a:fld id="{0B0569AC-F3A4-423E-A7DC-09E1643F31E7}" type="datetime1">
              <a:rPr lang="pt-PT" smtClean="0"/>
              <a:t>24/06/2026</a:t>
            </a:fld>
            <a:endParaRPr lang="en-US" dirty="0"/>
          </a:p>
        </p:txBody>
      </p:sp>
      <p:sp>
        <p:nvSpPr>
          <p:cNvPr id="5" name="Marcador de Posição do Rodapé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pPr rtl="0"/>
            <a:endParaRPr lang="en-US" dirty="0"/>
          </a:p>
        </p:txBody>
      </p:sp>
      <p:sp>
        <p:nvSpPr>
          <p:cNvPr id="6" name="Marcador de Posição do Número do Diapositivo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rtl="0"/>
            <a:fld id="{3A98EE3D-8CD1-4C3F-BD1C-C98C9596463C}" type="slidenum">
              <a:rPr lang="en-US" smtClean="0"/>
              <a:t>‹nº›</a:t>
            </a:fld>
            <a:endParaRPr lang="en-US" dirty="0"/>
          </a:p>
        </p:txBody>
      </p:sp>
      <p:sp>
        <p:nvSpPr>
          <p:cNvPr id="9" name="Retângulo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tângulo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tângulo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Posição de Conteúdo 2">
            <a:extLst>
              <a:ext uri="{FF2B5EF4-FFF2-40B4-BE49-F238E27FC236}">
                <a16:creationId xmlns:a16="http://schemas.microsoft.com/office/drawing/2014/main" id="{FF3F0D82-0AA6-45C3-8367-955CBFA02ED6}"/>
              </a:ext>
            </a:extLst>
          </p:cNvPr>
          <p:cNvGraphicFramePr>
            <a:graphicFrameLocks noGrp="1"/>
          </p:cNvGraphicFramePr>
          <p:nvPr>
            <p:ph idx="1"/>
            <p:extLst>
              <p:ext uri="{D42A27DB-BD31-4B8C-83A1-F6EECF244321}">
                <p14:modId xmlns:p14="http://schemas.microsoft.com/office/powerpoint/2010/main" val="575734074"/>
              </p:ext>
            </p:extLst>
          </p:nvPr>
        </p:nvGraphicFramePr>
        <p:xfrm>
          <a:off x="581025" y="4906762"/>
          <a:ext cx="11029950" cy="6693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Imagem 2">
            <a:extLst>
              <a:ext uri="{FF2B5EF4-FFF2-40B4-BE49-F238E27FC236}">
                <a16:creationId xmlns:a16="http://schemas.microsoft.com/office/drawing/2014/main" id="{2DC33366-4D20-CDB0-E7C2-E4292D72C220}"/>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858871" y="639482"/>
            <a:ext cx="2115670" cy="1284942"/>
          </a:xfrm>
          <a:prstGeom prst="rect">
            <a:avLst/>
          </a:prstGeom>
        </p:spPr>
      </p:pic>
      <p:sp>
        <p:nvSpPr>
          <p:cNvPr id="8" name="Rectangle 5">
            <a:extLst>
              <a:ext uri="{FF2B5EF4-FFF2-40B4-BE49-F238E27FC236}">
                <a16:creationId xmlns:a16="http://schemas.microsoft.com/office/drawing/2014/main" id="{EAF3D94A-5954-0C4C-1CC7-F000DC6D4582}"/>
              </a:ext>
            </a:extLst>
          </p:cNvPr>
          <p:cNvSpPr>
            <a:spLocks noChangeArrowheads="1"/>
          </p:cNvSpPr>
          <p:nvPr/>
        </p:nvSpPr>
        <p:spPr bwMode="auto">
          <a:xfrm>
            <a:off x="-1637551" y="1187128"/>
            <a:ext cx="12311529"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PT" sz="1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pt-BR" altLang="pt-PT" sz="1000"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PT" sz="1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pt-BR" altLang="pt-PT" sz="1000"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PT" sz="1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pt-BR" altLang="pt-PT" sz="1000" dirty="0">
                <a:latin typeface="Times New Roman" panose="02020603050405020304" pitchFamily="18" charset="0"/>
                <a:ea typeface="Calibri" panose="020F0502020204030204" pitchFamily="34" charset="0"/>
                <a:cs typeface="Times New Roman" panose="02020603050405020304" pitchFamily="18" charset="0"/>
              </a:rPr>
              <a:t>					</a:t>
            </a:r>
            <a:r>
              <a:rPr kumimoji="0" lang="pt-BR" altLang="pt-PT" sz="3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UNIVERSIDADE KIMPA VITA</a:t>
            </a:r>
            <a:endParaRPr kumimoji="0" lang="pt-PT" altLang="pt-PT"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PT" sz="3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INSTITUTO POLIT</a:t>
            </a:r>
            <a:r>
              <a:rPr kumimoji="0" lang="pt-BR" altLang="pt-PT" sz="3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É</a:t>
            </a:r>
            <a:r>
              <a:rPr kumimoji="0" lang="pt-BR" altLang="pt-PT" sz="3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CNICO</a:t>
            </a:r>
            <a:endParaRPr kumimoji="0" lang="pt-PT" altLang="pt-PT"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PT" altLang="pt-PT" sz="1200" b="0" i="0" u="none" strike="noStrike" cap="none" normalizeH="0" baseline="0" dirty="0">
                <a:ln>
                  <a:noFill/>
                </a:ln>
                <a:solidFill>
                  <a:schemeClr val="tx1"/>
                </a:solidFill>
                <a:effectLst/>
                <a:latin typeface="Arial" panose="020B0604020202020204" pitchFamily="34" charset="0"/>
              </a:rPr>
              <a:t>		</a:t>
            </a:r>
          </a:p>
        </p:txBody>
      </p:sp>
      <p:sp>
        <p:nvSpPr>
          <p:cNvPr id="10" name="Rectangle 6">
            <a:extLst>
              <a:ext uri="{FF2B5EF4-FFF2-40B4-BE49-F238E27FC236}">
                <a16:creationId xmlns:a16="http://schemas.microsoft.com/office/drawing/2014/main" id="{2D548873-DB34-5600-FB8F-B68DB9C8BD4A}"/>
              </a:ext>
            </a:extLst>
          </p:cNvPr>
          <p:cNvSpPr>
            <a:spLocks noChangeArrowheads="1"/>
          </p:cNvSpPr>
          <p:nvPr/>
        </p:nvSpPr>
        <p:spPr bwMode="auto">
          <a:xfrm rot="10800000" flipV="1">
            <a:off x="0" y="2624155"/>
            <a:ext cx="12311529" cy="1007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pt-BR" altLang="pt-PT" sz="105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pPr>
            <a:endParaRPr lang="pt-BR" altLang="pt-PT" sz="1050"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pt-BR" altLang="pt-PT" sz="1050"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pt-BR" altLang="pt-PT" sz="2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LICENCIATURA EM ENGENHARIA INFORM</a:t>
            </a:r>
            <a:r>
              <a:rPr kumimoji="0" lang="pt-BR" altLang="pt-PT"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Á</a:t>
            </a:r>
            <a:r>
              <a:rPr kumimoji="0" lang="pt-BR" altLang="pt-PT" sz="2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TICA</a:t>
            </a:r>
            <a:endParaRPr kumimoji="0" lang="pt-BR" altLang="pt-PT" sz="4000" b="0" i="0" u="none" strike="noStrike" cap="none" normalizeH="0" baseline="0" dirty="0">
              <a:ln>
                <a:noFill/>
              </a:ln>
              <a:solidFill>
                <a:schemeClr val="tx1"/>
              </a:solidFill>
              <a:effectLst/>
              <a:latin typeface="Arial" panose="020B0604020202020204" pitchFamily="34" charset="0"/>
            </a:endParaRPr>
          </a:p>
        </p:txBody>
      </p:sp>
      <p:sp>
        <p:nvSpPr>
          <p:cNvPr id="13" name="CaixaDeTexto 12">
            <a:extLst>
              <a:ext uri="{FF2B5EF4-FFF2-40B4-BE49-F238E27FC236}">
                <a16:creationId xmlns:a16="http://schemas.microsoft.com/office/drawing/2014/main" id="{B17382A0-4739-F97C-B24F-E13AD110CC10}"/>
              </a:ext>
            </a:extLst>
          </p:cNvPr>
          <p:cNvSpPr txBox="1"/>
          <p:nvPr/>
        </p:nvSpPr>
        <p:spPr>
          <a:xfrm>
            <a:off x="2501153" y="3932044"/>
            <a:ext cx="6974540" cy="1248675"/>
          </a:xfrm>
          <a:prstGeom prst="rect">
            <a:avLst/>
          </a:prstGeom>
          <a:noFill/>
        </p:spPr>
        <p:txBody>
          <a:bodyPr wrap="square">
            <a:spAutoFit/>
          </a:bodyPr>
          <a:lstStyle/>
          <a:p>
            <a:pPr marL="0" marR="0" algn="ctr">
              <a:lnSpc>
                <a:spcPct val="107000"/>
              </a:lnSpc>
              <a:spcAft>
                <a:spcPts val="400"/>
              </a:spcAft>
              <a:buNone/>
            </a:pPr>
            <a:r>
              <a:rPr lang="pt-BR" sz="3600" kern="100" dirty="0">
                <a:effectLst/>
                <a:latin typeface="Times New Roman" panose="02020603050405020304" pitchFamily="18" charset="0"/>
                <a:ea typeface="Calibri" panose="020F0502020204030204" pitchFamily="34" charset="0"/>
                <a:cs typeface="Times New Roman" panose="02020603050405020304" pitchFamily="18" charset="0"/>
              </a:rPr>
              <a:t>SISTEMA DE GESTÃO DE CLÍNICA MÉDICA</a:t>
            </a:r>
            <a:endParaRPr lang="pt-P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CaixaDeTexto 14">
            <a:extLst>
              <a:ext uri="{FF2B5EF4-FFF2-40B4-BE49-F238E27FC236}">
                <a16:creationId xmlns:a16="http://schemas.microsoft.com/office/drawing/2014/main" id="{0149F170-A88B-CC9E-D1B0-472EEDA80503}"/>
              </a:ext>
            </a:extLst>
          </p:cNvPr>
          <p:cNvSpPr txBox="1"/>
          <p:nvPr/>
        </p:nvSpPr>
        <p:spPr>
          <a:xfrm>
            <a:off x="687388" y="5326353"/>
            <a:ext cx="2074862" cy="1361014"/>
          </a:xfrm>
          <a:prstGeom prst="rect">
            <a:avLst/>
          </a:prstGeom>
          <a:noFill/>
        </p:spPr>
        <p:txBody>
          <a:bodyPr wrap="square">
            <a:spAutoFit/>
          </a:bodyPr>
          <a:lstStyle/>
          <a:p>
            <a:pPr marL="0" marR="0">
              <a:lnSpc>
                <a:spcPct val="107000"/>
              </a:lnSpc>
              <a:spcAft>
                <a:spcPts val="400"/>
              </a:spcAft>
              <a:buNone/>
            </a:pPr>
            <a:r>
              <a:rPr lang="pt-BR" sz="2400" kern="100" dirty="0">
                <a:effectLst/>
                <a:latin typeface="Times New Roman" panose="02020603050405020304" pitchFamily="18" charset="0"/>
                <a:ea typeface="Calibri" panose="020F0502020204030204" pitchFamily="34" charset="0"/>
                <a:cs typeface="Times New Roman" panose="02020603050405020304" pitchFamily="18" charset="0"/>
              </a:rPr>
              <a:t>2º Ano</a:t>
            </a:r>
            <a:endParaRPr lang="pt-PT"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400"/>
              </a:spcAft>
              <a:buNone/>
            </a:pPr>
            <a:r>
              <a:rPr lang="pt-BR" sz="2400" kern="100" dirty="0">
                <a:effectLst/>
                <a:latin typeface="Times New Roman" panose="02020603050405020304" pitchFamily="18" charset="0"/>
                <a:ea typeface="Calibri" panose="020F0502020204030204" pitchFamily="34" charset="0"/>
                <a:cs typeface="Times New Roman" panose="02020603050405020304" pitchFamily="18" charset="0"/>
              </a:rPr>
              <a:t>Período: Tarde</a:t>
            </a:r>
            <a:endParaRPr lang="pt-PT"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3000"/>
              </a:spcAft>
              <a:buNone/>
            </a:pPr>
            <a:r>
              <a:rPr lang="pt-BR" sz="2400" kern="100" dirty="0">
                <a:effectLst/>
                <a:latin typeface="Times New Roman" panose="02020603050405020304" pitchFamily="18" charset="0"/>
                <a:ea typeface="Calibri" panose="020F0502020204030204" pitchFamily="34" charset="0"/>
                <a:cs typeface="Times New Roman" panose="02020603050405020304" pitchFamily="18" charset="0"/>
              </a:rPr>
              <a:t>Turma: Tl-201</a:t>
            </a:r>
            <a:endParaRPr lang="pt-P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CaixaDeTexto 16">
            <a:extLst>
              <a:ext uri="{FF2B5EF4-FFF2-40B4-BE49-F238E27FC236}">
                <a16:creationId xmlns:a16="http://schemas.microsoft.com/office/drawing/2014/main" id="{9B93E064-415A-C6E6-23E4-8826036EE96C}"/>
              </a:ext>
            </a:extLst>
          </p:cNvPr>
          <p:cNvSpPr txBox="1"/>
          <p:nvPr/>
        </p:nvSpPr>
        <p:spPr>
          <a:xfrm>
            <a:off x="4464050" y="5353027"/>
            <a:ext cx="6832600" cy="1307666"/>
          </a:xfrm>
          <a:prstGeom prst="rect">
            <a:avLst/>
          </a:prstGeom>
          <a:noFill/>
        </p:spPr>
        <p:txBody>
          <a:bodyPr wrap="square">
            <a:spAutoFit/>
          </a:bodyPr>
          <a:lstStyle/>
          <a:p>
            <a:pPr marL="0" marR="0">
              <a:lnSpc>
                <a:spcPct val="107000"/>
              </a:lnSpc>
              <a:spcAft>
                <a:spcPts val="800"/>
              </a:spcAft>
              <a:buNone/>
            </a:pPr>
            <a:r>
              <a:rPr lang="pt-BR" sz="2000" kern="100" dirty="0">
                <a:effectLst/>
                <a:latin typeface="Times New Roman" panose="02020603050405020304" pitchFamily="18" charset="0"/>
                <a:ea typeface="Calibri" panose="020F0502020204030204" pitchFamily="34" charset="0"/>
                <a:cs typeface="Times New Roman" panose="02020603050405020304" pitchFamily="18" charset="0"/>
              </a:rPr>
              <a:t>				          DOCENTE</a:t>
            </a:r>
            <a:endParaRPr lang="pt-PT" kern="100"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pt-BR" sz="2000" kern="100" dirty="0">
                <a:effectLst/>
                <a:latin typeface="Times New Roman" panose="02020603050405020304" pitchFamily="18" charset="0"/>
                <a:ea typeface="Calibri" panose="020F0502020204030204" pitchFamily="34" charset="0"/>
                <a:cs typeface="Times New Roman" panose="02020603050405020304" pitchFamily="18" charset="0"/>
              </a:rPr>
              <a:t>			              ___________________</a:t>
            </a:r>
            <a:endParaRPr lang="pt-PT" kern="100" dirty="0">
              <a:effectLst/>
              <a:latin typeface="Calibri" panose="020F0502020204030204" pitchFamily="34" charset="0"/>
              <a:ea typeface="Calibri" panose="020F0502020204030204" pitchFamily="34" charset="0"/>
              <a:cs typeface="Times New Roman" panose="02020603050405020304" pitchFamily="18" charset="0"/>
            </a:endParaRPr>
          </a:p>
          <a:p>
            <a:pPr marL="2697480" marR="0" indent="449580" algn="ctr">
              <a:lnSpc>
                <a:spcPct val="107000"/>
              </a:lnSpc>
              <a:spcBef>
                <a:spcPts val="300"/>
              </a:spcBef>
              <a:spcAft>
                <a:spcPts val="4000"/>
              </a:spcAft>
              <a:buNone/>
            </a:pPr>
            <a:r>
              <a:rPr lang="pt-BR" sz="2000" kern="100" dirty="0">
                <a:effectLst/>
                <a:latin typeface="Times New Roman" panose="02020603050405020304" pitchFamily="18" charset="0"/>
                <a:ea typeface="Calibri" panose="020F0502020204030204" pitchFamily="34" charset="0"/>
                <a:cs typeface="Times New Roman" panose="02020603050405020304" pitchFamily="18" charset="0"/>
              </a:rPr>
              <a:t>Moyo </a:t>
            </a:r>
            <a:r>
              <a:rPr lang="pt-BR" sz="2000" kern="100" dirty="0" err="1">
                <a:effectLst/>
                <a:latin typeface="Times New Roman" panose="02020603050405020304" pitchFamily="18" charset="0"/>
                <a:ea typeface="Calibri" panose="020F0502020204030204" pitchFamily="34" charset="0"/>
                <a:cs typeface="Times New Roman" panose="02020603050405020304" pitchFamily="18" charset="0"/>
              </a:rPr>
              <a:t>Kanivengidio</a:t>
            </a:r>
            <a:endParaRPr lang="pt-PT"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3784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tângulo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1C21E816-31F5-48BB-BD02-D15F2F18B48A}"/>
              </a:ext>
            </a:extLst>
          </p:cNvPr>
          <p:cNvSpPr>
            <a:spLocks noGrp="1"/>
          </p:cNvSpPr>
          <p:nvPr>
            <p:ph type="ctrTitle"/>
          </p:nvPr>
        </p:nvSpPr>
        <p:spPr>
          <a:xfrm>
            <a:off x="692150" y="1959629"/>
            <a:ext cx="10882590" cy="717444"/>
          </a:xfrm>
        </p:spPr>
        <p:txBody>
          <a:bodyPr rtlCol="0">
            <a:noAutofit/>
          </a:bodyPr>
          <a:lstStyle/>
          <a:p>
            <a:br>
              <a:rPr lang="pt-PT" b="1" dirty="0"/>
            </a:br>
            <a:r>
              <a:rPr lang="pt-BR" sz="2400" dirty="0"/>
              <a:t>A evolução da tecnologia tem permitido que diversas áreas utilizem sistemas informatizados para melhorar a organização e eficiência dos seus processos. </a:t>
            </a:r>
            <a:endParaRPr lang="pt-pt" dirty="0"/>
          </a:p>
        </p:txBody>
      </p:sp>
      <p:sp>
        <p:nvSpPr>
          <p:cNvPr id="20" name="Retângulo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tângulo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tângulo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8" name="CaixaDeTexto 7">
            <a:extLst>
              <a:ext uri="{FF2B5EF4-FFF2-40B4-BE49-F238E27FC236}">
                <a16:creationId xmlns:a16="http://schemas.microsoft.com/office/drawing/2014/main" id="{67A0B2F1-D3AE-F754-3DDA-02A4460DD358}"/>
              </a:ext>
            </a:extLst>
          </p:cNvPr>
          <p:cNvSpPr txBox="1"/>
          <p:nvPr/>
        </p:nvSpPr>
        <p:spPr>
          <a:xfrm>
            <a:off x="774700" y="687427"/>
            <a:ext cx="6096000" cy="584775"/>
          </a:xfrm>
          <a:prstGeom prst="rect">
            <a:avLst/>
          </a:prstGeom>
          <a:noFill/>
        </p:spPr>
        <p:txBody>
          <a:bodyPr wrap="square">
            <a:spAutoFit/>
          </a:bodyPr>
          <a:lstStyle/>
          <a:p>
            <a:r>
              <a:rPr lang="pt-BR" sz="3200" b="1" dirty="0"/>
              <a:t>INTRODUÇÃO</a:t>
            </a:r>
            <a:endParaRPr lang="pt-BR" sz="3200" dirty="0"/>
          </a:p>
        </p:txBody>
      </p:sp>
      <p:sp>
        <p:nvSpPr>
          <p:cNvPr id="10" name="CaixaDeTexto 9">
            <a:extLst>
              <a:ext uri="{FF2B5EF4-FFF2-40B4-BE49-F238E27FC236}">
                <a16:creationId xmlns:a16="http://schemas.microsoft.com/office/drawing/2014/main" id="{67281F76-FB96-A3FB-F28A-4521D1C21EAA}"/>
              </a:ext>
            </a:extLst>
          </p:cNvPr>
          <p:cNvSpPr txBox="1"/>
          <p:nvPr/>
        </p:nvSpPr>
        <p:spPr>
          <a:xfrm>
            <a:off x="692150" y="3149162"/>
            <a:ext cx="4254500" cy="2941703"/>
          </a:xfrm>
          <a:prstGeom prst="rect">
            <a:avLst/>
          </a:prstGeom>
          <a:noFill/>
        </p:spPr>
        <p:txBody>
          <a:bodyPr wrap="square">
            <a:spAutoFit/>
          </a:bodyPr>
          <a:lstStyle/>
          <a:p>
            <a:pPr marL="0" marR="0" algn="just">
              <a:lnSpc>
                <a:spcPct val="107000"/>
              </a:lnSpc>
              <a:spcAft>
                <a:spcPts val="800"/>
              </a:spcAft>
              <a:buNone/>
            </a:pPr>
            <a:r>
              <a:rPr lang="pt-BR" sz="2400" b="1" kern="100" dirty="0">
                <a:solidFill>
                  <a:schemeClr val="accent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Objetivo Geral</a:t>
            </a:r>
            <a:endParaRPr lang="pt-PT" sz="2000" kern="1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Aft>
                <a:spcPts val="800"/>
              </a:spcAft>
              <a:buNone/>
            </a:pPr>
            <a:r>
              <a:rPr lang="pt-BR" sz="2400" kern="100" dirty="0">
                <a:solidFill>
                  <a:schemeClr val="accent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Desenvolver um Sistema de Gestão de Clínica Médica utilizando Java, com interface gráfica, integração com banco de dados MySQL e aplicação dos padrões MVC e DAO.</a:t>
            </a:r>
            <a:endParaRPr lang="pt-PT" sz="2000" kern="1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CaixaDeTexto 11">
            <a:extLst>
              <a:ext uri="{FF2B5EF4-FFF2-40B4-BE49-F238E27FC236}">
                <a16:creationId xmlns:a16="http://schemas.microsoft.com/office/drawing/2014/main" id="{5C37FA42-C133-793A-A6DF-4BC026AD7276}"/>
              </a:ext>
            </a:extLst>
          </p:cNvPr>
          <p:cNvSpPr txBox="1"/>
          <p:nvPr/>
        </p:nvSpPr>
        <p:spPr>
          <a:xfrm>
            <a:off x="5270500" y="2508269"/>
            <a:ext cx="5962650" cy="4039824"/>
          </a:xfrm>
          <a:prstGeom prst="rect">
            <a:avLst/>
          </a:prstGeom>
          <a:noFill/>
        </p:spPr>
        <p:txBody>
          <a:bodyPr wrap="square">
            <a:spAutoFit/>
          </a:bodyPr>
          <a:lstStyle/>
          <a:p>
            <a:pPr marL="0" marR="0" algn="just">
              <a:lnSpc>
                <a:spcPct val="107000"/>
              </a:lnSpc>
              <a:spcAft>
                <a:spcPts val="800"/>
              </a:spcAft>
              <a:buNone/>
            </a:pPr>
            <a:r>
              <a:rPr lang="pt-BR" sz="2400" b="1" kern="1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Objetivos Específicos</a:t>
            </a:r>
            <a:endParaRPr lang="pt-PT" sz="2000"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Aft>
                <a:spcPts val="800"/>
              </a:spcAft>
              <a:buSzPts val="1000"/>
              <a:buFont typeface="Symbol" panose="05050102010706020507" pitchFamily="18" charset="2"/>
              <a:buChar char=""/>
              <a:tabLst>
                <a:tab pos="457200" algn="l"/>
              </a:tabLst>
            </a:pPr>
            <a:r>
              <a:rPr lang="pt-BR" sz="2400" kern="1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Criar um módulo para cadastro de Implementar armazenamento dos dados utilizando MySQL; </a:t>
            </a:r>
            <a:endParaRPr lang="pt-PT" sz="2000"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Aft>
                <a:spcPts val="800"/>
              </a:spcAft>
              <a:buSzPts val="1000"/>
              <a:buFont typeface="Symbol" panose="05050102010706020507" pitchFamily="18" charset="2"/>
              <a:buChar char=""/>
              <a:tabLst>
                <a:tab pos="457200" algn="l"/>
              </a:tabLst>
            </a:pPr>
            <a:r>
              <a:rPr lang="pt-BR" sz="2400" kern="1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Criar uma interface gráfica amigável; </a:t>
            </a:r>
            <a:endParaRPr lang="pt-PT" sz="2000"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Aft>
                <a:spcPts val="800"/>
              </a:spcAft>
              <a:buSzPts val="1000"/>
              <a:buFont typeface="Symbol" panose="05050102010706020507" pitchFamily="18" charset="2"/>
              <a:buChar char=""/>
              <a:tabLst>
                <a:tab pos="457200" algn="l"/>
              </a:tabLst>
            </a:pPr>
            <a:r>
              <a:rPr lang="pt-BR" sz="2400" kern="1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Aplicar conceitos de Programação Orientada a Objetos; </a:t>
            </a:r>
            <a:endParaRPr lang="pt-PT" sz="2000"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Aft>
                <a:spcPts val="800"/>
              </a:spcAft>
              <a:buSzPts val="1000"/>
              <a:buFont typeface="Symbol" panose="05050102010706020507" pitchFamily="18" charset="2"/>
              <a:buChar char=""/>
              <a:tabLst>
                <a:tab pos="457200" algn="l"/>
              </a:tabLst>
            </a:pPr>
            <a:r>
              <a:rPr lang="pt-BR" sz="2400" kern="1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Implementar uma organização do código utilizando MVC e DAO.</a:t>
            </a:r>
            <a:endParaRPr lang="pt-PT" sz="2000"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75805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Data 3">
            <a:extLst>
              <a:ext uri="{FF2B5EF4-FFF2-40B4-BE49-F238E27FC236}">
                <a16:creationId xmlns:a16="http://schemas.microsoft.com/office/drawing/2014/main" id="{D2F124FD-FC1B-2F8C-5599-EC4EF154CAB3}"/>
              </a:ext>
            </a:extLst>
          </p:cNvPr>
          <p:cNvSpPr>
            <a:spLocks noGrp="1"/>
          </p:cNvSpPr>
          <p:nvPr>
            <p:ph type="dt" sz="half" idx="10"/>
          </p:nvPr>
        </p:nvSpPr>
        <p:spPr/>
        <p:txBody>
          <a:bodyPr/>
          <a:lstStyle/>
          <a:p>
            <a:pPr rtl="0"/>
            <a:fld id="{9E09E755-EDBC-4192-AC9E-FCC227FEE010}" type="datetime1">
              <a:rPr lang="pt-PT" smtClean="0"/>
              <a:t>24/06/2026</a:t>
            </a:fld>
            <a:endParaRPr lang="en-US" dirty="0"/>
          </a:p>
        </p:txBody>
      </p:sp>
      <p:sp>
        <p:nvSpPr>
          <p:cNvPr id="6" name="CaixaDeTexto 5">
            <a:extLst>
              <a:ext uri="{FF2B5EF4-FFF2-40B4-BE49-F238E27FC236}">
                <a16:creationId xmlns:a16="http://schemas.microsoft.com/office/drawing/2014/main" id="{90B241A0-54EF-67AE-1BDB-FAD4EE7E2BC2}"/>
              </a:ext>
            </a:extLst>
          </p:cNvPr>
          <p:cNvSpPr txBox="1"/>
          <p:nvPr/>
        </p:nvSpPr>
        <p:spPr>
          <a:xfrm>
            <a:off x="450850" y="558573"/>
            <a:ext cx="6096000" cy="522259"/>
          </a:xfrm>
          <a:prstGeom prst="rect">
            <a:avLst/>
          </a:prstGeom>
          <a:noFill/>
        </p:spPr>
        <p:txBody>
          <a:bodyPr wrap="square">
            <a:spAutoFit/>
          </a:bodyPr>
          <a:lstStyle/>
          <a:p>
            <a:pPr marL="0" marR="0">
              <a:lnSpc>
                <a:spcPct val="107000"/>
              </a:lnSpc>
              <a:spcBef>
                <a:spcPts val="1800"/>
              </a:spcBef>
              <a:spcAft>
                <a:spcPts val="400"/>
              </a:spcAft>
              <a:buNone/>
            </a:pPr>
            <a:r>
              <a:rPr lang="pt-BR"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FUNDAMENTAÇÃO</a:t>
            </a:r>
            <a:endParaRPr lang="pt-PT" sz="28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8" name="CaixaDeTexto 7">
            <a:extLst>
              <a:ext uri="{FF2B5EF4-FFF2-40B4-BE49-F238E27FC236}">
                <a16:creationId xmlns:a16="http://schemas.microsoft.com/office/drawing/2014/main" id="{E9BEC5A7-3AA5-C5DA-261D-B8A1ACD0A53C}"/>
              </a:ext>
            </a:extLst>
          </p:cNvPr>
          <p:cNvSpPr txBox="1"/>
          <p:nvPr/>
        </p:nvSpPr>
        <p:spPr>
          <a:xfrm>
            <a:off x="787400" y="1222494"/>
            <a:ext cx="5257800" cy="2067425"/>
          </a:xfrm>
          <a:prstGeom prst="rect">
            <a:avLst/>
          </a:prstGeom>
          <a:noFill/>
        </p:spPr>
        <p:txBody>
          <a:bodyPr wrap="square">
            <a:spAutoFit/>
          </a:bodyPr>
          <a:lstStyle/>
          <a:p>
            <a:pPr marR="0" lvl="1" algn="ctr">
              <a:lnSpc>
                <a:spcPct val="107000"/>
              </a:lnSpc>
              <a:spcAft>
                <a:spcPts val="800"/>
              </a:spcAft>
            </a:pPr>
            <a:r>
              <a:rPr lang="pt-BR" sz="2400" b="1" kern="100" dirty="0">
                <a:effectLst/>
                <a:latin typeface="Times New Roman" panose="02020603050405020304" pitchFamily="18" charset="0"/>
                <a:ea typeface="Calibri" panose="020F0502020204030204" pitchFamily="34" charset="0"/>
                <a:cs typeface="Times New Roman" panose="02020603050405020304" pitchFamily="18" charset="0"/>
              </a:rPr>
              <a:t>Programação Orientada a Objetos</a:t>
            </a:r>
            <a:endParaRPr lang="pt-PT" sz="2000" b="1" kern="1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pt-BR" sz="2400" dirty="0">
                <a:effectLst/>
                <a:latin typeface="Times New Roman" panose="02020603050405020304" pitchFamily="18" charset="0"/>
                <a:ea typeface="Calibri" panose="020F0502020204030204" pitchFamily="34" charset="0"/>
              </a:rPr>
              <a:t>A Programação Orientada a Objetos (POO) é um paradigma de programação que organiza o software através de objetos. </a:t>
            </a:r>
            <a:endParaRPr lang="pt-BR" sz="3600" dirty="0"/>
          </a:p>
        </p:txBody>
      </p:sp>
      <p:sp>
        <p:nvSpPr>
          <p:cNvPr id="12" name="CaixaDeTexto 11">
            <a:extLst>
              <a:ext uri="{FF2B5EF4-FFF2-40B4-BE49-F238E27FC236}">
                <a16:creationId xmlns:a16="http://schemas.microsoft.com/office/drawing/2014/main" id="{52ED8F95-2FAF-00B9-7BA5-18210D67822E}"/>
              </a:ext>
            </a:extLst>
          </p:cNvPr>
          <p:cNvSpPr txBox="1"/>
          <p:nvPr/>
        </p:nvSpPr>
        <p:spPr>
          <a:xfrm>
            <a:off x="7183676" y="1523154"/>
            <a:ext cx="2511425" cy="2385461"/>
          </a:xfrm>
          <a:prstGeom prst="rect">
            <a:avLst/>
          </a:prstGeom>
          <a:noFill/>
        </p:spPr>
        <p:txBody>
          <a:bodyPr wrap="square">
            <a:spAutoFit/>
          </a:bodyPr>
          <a:lstStyle/>
          <a:p>
            <a:pPr marL="0" marR="0">
              <a:lnSpc>
                <a:spcPct val="107000"/>
              </a:lnSpc>
              <a:spcBef>
                <a:spcPts val="800"/>
              </a:spcBef>
              <a:spcAft>
                <a:spcPts val="400"/>
              </a:spcAft>
              <a:buNone/>
            </a:pPr>
            <a:r>
              <a:rPr lang="pt-BR"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Encapsulamento</a:t>
            </a:r>
            <a:endParaRPr lang="pt-PT" sz="24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buNone/>
            </a:pPr>
            <a:r>
              <a:rPr lang="pt-BR" sz="2400" dirty="0">
                <a:effectLst/>
                <a:latin typeface="Times New Roman" panose="02020603050405020304" pitchFamily="18" charset="0"/>
                <a:ea typeface="Calibri" panose="020F0502020204030204" pitchFamily="34" charset="0"/>
              </a:rPr>
              <a:t>O encapsulamento é um princípio que permite proteger os dados internos de uma classe. </a:t>
            </a:r>
            <a:endParaRPr lang="pt-BR" sz="2400" dirty="0"/>
          </a:p>
        </p:txBody>
      </p:sp>
      <p:sp>
        <p:nvSpPr>
          <p:cNvPr id="14" name="CaixaDeTexto 13">
            <a:extLst>
              <a:ext uri="{FF2B5EF4-FFF2-40B4-BE49-F238E27FC236}">
                <a16:creationId xmlns:a16="http://schemas.microsoft.com/office/drawing/2014/main" id="{007408F0-A6D4-76BC-C4DD-440056899E90}"/>
              </a:ext>
            </a:extLst>
          </p:cNvPr>
          <p:cNvSpPr txBox="1"/>
          <p:nvPr/>
        </p:nvSpPr>
        <p:spPr>
          <a:xfrm>
            <a:off x="711200" y="3289919"/>
            <a:ext cx="6096000" cy="460895"/>
          </a:xfrm>
          <a:prstGeom prst="rect">
            <a:avLst/>
          </a:prstGeom>
          <a:noFill/>
        </p:spPr>
        <p:txBody>
          <a:bodyPr wrap="square">
            <a:spAutoFit/>
          </a:bodyPr>
          <a:lstStyle/>
          <a:p>
            <a:pPr marL="0" marR="0">
              <a:lnSpc>
                <a:spcPct val="107000"/>
              </a:lnSpc>
              <a:spcBef>
                <a:spcPts val="800"/>
              </a:spcBef>
              <a:spcAft>
                <a:spcPts val="400"/>
              </a:spcAft>
              <a:buNone/>
            </a:pPr>
            <a:r>
              <a:rPr lang="pt-BR"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Classes e Objetos</a:t>
            </a:r>
            <a:endParaRPr lang="pt-PT" sz="24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6" name="CaixaDeTexto 15">
            <a:extLst>
              <a:ext uri="{FF2B5EF4-FFF2-40B4-BE49-F238E27FC236}">
                <a16:creationId xmlns:a16="http://schemas.microsoft.com/office/drawing/2014/main" id="{AC2B84C4-86DC-939A-C1FC-8262B274CD95}"/>
              </a:ext>
            </a:extLst>
          </p:cNvPr>
          <p:cNvSpPr txBox="1"/>
          <p:nvPr/>
        </p:nvSpPr>
        <p:spPr>
          <a:xfrm>
            <a:off x="1752601" y="4176951"/>
            <a:ext cx="2844798" cy="2016129"/>
          </a:xfrm>
          <a:prstGeom prst="rect">
            <a:avLst/>
          </a:prstGeom>
          <a:noFill/>
        </p:spPr>
        <p:txBody>
          <a:bodyPr wrap="square">
            <a:spAutoFit/>
          </a:bodyPr>
          <a:lstStyle/>
          <a:p>
            <a:pPr marL="0" marR="0">
              <a:lnSpc>
                <a:spcPct val="107000"/>
              </a:lnSpc>
              <a:spcBef>
                <a:spcPts val="800"/>
              </a:spcBef>
              <a:spcAft>
                <a:spcPts val="400"/>
              </a:spcAft>
              <a:buNone/>
            </a:pPr>
            <a:r>
              <a:rPr lang="pt-BR"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Herança</a:t>
            </a:r>
            <a:endParaRPr lang="pt-PT" sz="24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buNone/>
            </a:pPr>
            <a:r>
              <a:rPr lang="pt-BR" sz="2400" dirty="0">
                <a:effectLst/>
                <a:latin typeface="Times New Roman" panose="02020603050405020304" pitchFamily="18" charset="0"/>
                <a:ea typeface="Calibri" panose="020F0502020204030204" pitchFamily="34" charset="0"/>
              </a:rPr>
              <a:t>herança permite que uma classe utilize características de outra classe. </a:t>
            </a:r>
            <a:endParaRPr lang="pt-BR" sz="2400" dirty="0"/>
          </a:p>
        </p:txBody>
      </p:sp>
      <p:sp>
        <p:nvSpPr>
          <p:cNvPr id="18" name="CaixaDeTexto 17">
            <a:extLst>
              <a:ext uri="{FF2B5EF4-FFF2-40B4-BE49-F238E27FC236}">
                <a16:creationId xmlns:a16="http://schemas.microsoft.com/office/drawing/2014/main" id="{5469EEEB-D58E-13BC-B8C8-EE242FE871F7}"/>
              </a:ext>
            </a:extLst>
          </p:cNvPr>
          <p:cNvSpPr txBox="1"/>
          <p:nvPr/>
        </p:nvSpPr>
        <p:spPr>
          <a:xfrm>
            <a:off x="6546850" y="4075005"/>
            <a:ext cx="4400550" cy="2016129"/>
          </a:xfrm>
          <a:prstGeom prst="rect">
            <a:avLst/>
          </a:prstGeom>
          <a:noFill/>
        </p:spPr>
        <p:txBody>
          <a:bodyPr wrap="square">
            <a:spAutoFit/>
          </a:bodyPr>
          <a:lstStyle/>
          <a:p>
            <a:pPr marL="0" marR="0">
              <a:lnSpc>
                <a:spcPct val="107000"/>
              </a:lnSpc>
              <a:spcBef>
                <a:spcPts val="800"/>
              </a:spcBef>
              <a:spcAft>
                <a:spcPts val="400"/>
              </a:spcAft>
              <a:buNone/>
            </a:pPr>
            <a:r>
              <a:rPr lang="pt-BR"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Polimorfismo</a:t>
            </a:r>
            <a:endParaRPr lang="pt-PT" sz="24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buNone/>
            </a:pPr>
            <a:r>
              <a:rPr lang="pt-BR" sz="2400" dirty="0">
                <a:effectLst/>
                <a:latin typeface="Times New Roman" panose="02020603050405020304" pitchFamily="18" charset="0"/>
                <a:ea typeface="Calibri" panose="020F0502020204030204" pitchFamily="34" charset="0"/>
              </a:rPr>
              <a:t>O polimorfismo permite que objetos diferentes possam responder de formas diferentes ao mesmo método</a:t>
            </a:r>
            <a:endParaRPr lang="pt-BR" sz="2400" dirty="0"/>
          </a:p>
        </p:txBody>
      </p:sp>
    </p:spTree>
    <p:extLst>
      <p:ext uri="{BB962C8B-B14F-4D97-AF65-F5344CB8AC3E}">
        <p14:creationId xmlns:p14="http://schemas.microsoft.com/office/powerpoint/2010/main" val="2651781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7D03A4-C186-BFB6-F16D-63FC7CCC1D96}"/>
              </a:ext>
            </a:extLst>
          </p:cNvPr>
          <p:cNvSpPr>
            <a:spLocks noGrp="1"/>
          </p:cNvSpPr>
          <p:nvPr>
            <p:ph type="title"/>
          </p:nvPr>
        </p:nvSpPr>
        <p:spPr>
          <a:xfrm>
            <a:off x="581192" y="702156"/>
            <a:ext cx="4301958" cy="732944"/>
          </a:xfrm>
        </p:spPr>
        <p:txBody>
          <a:bodyPr>
            <a:normAutofit fontScale="90000"/>
          </a:bodyPr>
          <a:lstStyle/>
          <a:p>
            <a:r>
              <a:rPr lang="pt-BR" b="1" dirty="0"/>
              <a:t>MODELAGEM DO SISTEMA</a:t>
            </a:r>
            <a:br>
              <a:rPr lang="pt-PT" b="1" dirty="0"/>
            </a:br>
            <a:endParaRPr lang="pt-BR" dirty="0"/>
          </a:p>
        </p:txBody>
      </p:sp>
      <p:sp>
        <p:nvSpPr>
          <p:cNvPr id="4" name="Espaço Reservado para Data 3">
            <a:extLst>
              <a:ext uri="{FF2B5EF4-FFF2-40B4-BE49-F238E27FC236}">
                <a16:creationId xmlns:a16="http://schemas.microsoft.com/office/drawing/2014/main" id="{C22C2848-0D7B-D5BC-1E89-EC7E909DF931}"/>
              </a:ext>
            </a:extLst>
          </p:cNvPr>
          <p:cNvSpPr>
            <a:spLocks noGrp="1"/>
          </p:cNvSpPr>
          <p:nvPr>
            <p:ph type="dt" sz="half" idx="10"/>
          </p:nvPr>
        </p:nvSpPr>
        <p:spPr/>
        <p:txBody>
          <a:bodyPr/>
          <a:lstStyle/>
          <a:p>
            <a:pPr rtl="0"/>
            <a:fld id="{9E09E755-EDBC-4192-AC9E-FCC227FEE010}" type="datetime1">
              <a:rPr lang="pt-PT" smtClean="0"/>
              <a:t>24/06/2026</a:t>
            </a:fld>
            <a:endParaRPr lang="en-US" dirty="0"/>
          </a:p>
        </p:txBody>
      </p:sp>
      <p:pic>
        <p:nvPicPr>
          <p:cNvPr id="5" name="Espaço Reservado para Conteúdo 4">
            <a:extLst>
              <a:ext uri="{FF2B5EF4-FFF2-40B4-BE49-F238E27FC236}">
                <a16:creationId xmlns:a16="http://schemas.microsoft.com/office/drawing/2014/main" id="{6081A932-1A2A-CA75-691D-6194DE6C8C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550" y="1117600"/>
            <a:ext cx="11969750" cy="5543549"/>
          </a:xfrm>
          <a:prstGeom prst="rect">
            <a:avLst/>
          </a:prstGeom>
          <a:ln>
            <a:solidFill>
              <a:schemeClr val="bg1"/>
            </a:solidFill>
          </a:ln>
        </p:spPr>
      </p:pic>
    </p:spTree>
    <p:extLst>
      <p:ext uri="{BB962C8B-B14F-4D97-AF65-F5344CB8AC3E}">
        <p14:creationId xmlns:p14="http://schemas.microsoft.com/office/powerpoint/2010/main" val="2586324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37CCE0-8723-C38B-3BC7-AC0B31D4F212}"/>
              </a:ext>
            </a:extLst>
          </p:cNvPr>
          <p:cNvSpPr>
            <a:spLocks noGrp="1"/>
          </p:cNvSpPr>
          <p:nvPr>
            <p:ph type="title"/>
          </p:nvPr>
        </p:nvSpPr>
        <p:spPr>
          <a:xfrm>
            <a:off x="581192" y="702156"/>
            <a:ext cx="5343358" cy="459894"/>
          </a:xfrm>
        </p:spPr>
        <p:txBody>
          <a:bodyPr>
            <a:normAutofit fontScale="90000"/>
          </a:bodyPr>
          <a:lstStyle/>
          <a:p>
            <a:r>
              <a:rPr lang="pt-BR" b="1" dirty="0"/>
              <a:t>DESENVOLVIMENTO DO SISTEMA</a:t>
            </a:r>
            <a:endParaRPr lang="pt-BR" dirty="0"/>
          </a:p>
        </p:txBody>
      </p:sp>
      <p:sp>
        <p:nvSpPr>
          <p:cNvPr id="4" name="Espaço Reservado para Data 3">
            <a:extLst>
              <a:ext uri="{FF2B5EF4-FFF2-40B4-BE49-F238E27FC236}">
                <a16:creationId xmlns:a16="http://schemas.microsoft.com/office/drawing/2014/main" id="{CDFABE9E-7C68-21A2-7254-3187BD2D3BA0}"/>
              </a:ext>
            </a:extLst>
          </p:cNvPr>
          <p:cNvSpPr>
            <a:spLocks noGrp="1"/>
          </p:cNvSpPr>
          <p:nvPr>
            <p:ph type="dt" sz="half" idx="10"/>
          </p:nvPr>
        </p:nvSpPr>
        <p:spPr/>
        <p:txBody>
          <a:bodyPr/>
          <a:lstStyle/>
          <a:p>
            <a:pPr rtl="0"/>
            <a:fld id="{9E09E755-EDBC-4192-AC9E-FCC227FEE010}" type="datetime1">
              <a:rPr lang="pt-PT" smtClean="0"/>
              <a:t>24/06/2026</a:t>
            </a:fld>
            <a:endParaRPr lang="en-US" dirty="0"/>
          </a:p>
        </p:txBody>
      </p:sp>
      <p:sp>
        <p:nvSpPr>
          <p:cNvPr id="6" name="CaixaDeTexto 5">
            <a:extLst>
              <a:ext uri="{FF2B5EF4-FFF2-40B4-BE49-F238E27FC236}">
                <a16:creationId xmlns:a16="http://schemas.microsoft.com/office/drawing/2014/main" id="{1317D9B3-A14E-5A76-9ADE-46E6B6E4E6AB}"/>
              </a:ext>
            </a:extLst>
          </p:cNvPr>
          <p:cNvSpPr txBox="1"/>
          <p:nvPr/>
        </p:nvSpPr>
        <p:spPr>
          <a:xfrm>
            <a:off x="812800" y="1468735"/>
            <a:ext cx="9994900" cy="1200329"/>
          </a:xfrm>
          <a:prstGeom prst="rect">
            <a:avLst/>
          </a:prstGeom>
          <a:noFill/>
        </p:spPr>
        <p:txBody>
          <a:bodyPr wrap="square">
            <a:spAutoFit/>
          </a:bodyPr>
          <a:lstStyle/>
          <a:p>
            <a:r>
              <a:rPr lang="pt-PT" sz="2400" dirty="0">
                <a:effectLst/>
                <a:latin typeface="Times New Roman" panose="02020603050405020304" pitchFamily="18" charset="0"/>
                <a:ea typeface="Calibri" panose="020F0502020204030204" pitchFamily="34" charset="0"/>
              </a:rPr>
              <a:t>O desenvolvimento do sistema iniciou-se com a identificação das necessidades dos utilizadores e dos principais problemas existentes no processo de gestão clínica. </a:t>
            </a:r>
            <a:endParaRPr lang="pt-BR" sz="2400" dirty="0"/>
          </a:p>
        </p:txBody>
      </p:sp>
      <p:sp>
        <p:nvSpPr>
          <p:cNvPr id="8" name="CaixaDeTexto 7">
            <a:extLst>
              <a:ext uri="{FF2B5EF4-FFF2-40B4-BE49-F238E27FC236}">
                <a16:creationId xmlns:a16="http://schemas.microsoft.com/office/drawing/2014/main" id="{DADD6029-EC0E-0FEE-A4F8-0280F01948C6}"/>
              </a:ext>
            </a:extLst>
          </p:cNvPr>
          <p:cNvSpPr txBox="1"/>
          <p:nvPr/>
        </p:nvSpPr>
        <p:spPr>
          <a:xfrm>
            <a:off x="742950" y="2967335"/>
            <a:ext cx="2990850" cy="461665"/>
          </a:xfrm>
          <a:prstGeom prst="rect">
            <a:avLst/>
          </a:prstGeom>
          <a:noFill/>
        </p:spPr>
        <p:txBody>
          <a:bodyPr wrap="square">
            <a:spAutoFit/>
          </a:bodyPr>
          <a:lstStyle/>
          <a:p>
            <a:r>
              <a:rPr lang="pt-PT" sz="2400" dirty="0">
                <a:solidFill>
                  <a:schemeClr val="accent2"/>
                </a:solidFill>
                <a:effectLst/>
                <a:latin typeface="Times New Roman" panose="02020603050405020304" pitchFamily="18" charset="0"/>
                <a:ea typeface="Calibri" panose="020F0502020204030204" pitchFamily="34" charset="0"/>
              </a:rPr>
              <a:t>Requisitos Funcionais</a:t>
            </a:r>
            <a:r>
              <a:rPr lang="pt-PT" sz="1800" dirty="0">
                <a:solidFill>
                  <a:schemeClr val="accent2"/>
                </a:solidFill>
                <a:effectLst/>
                <a:latin typeface="Times New Roman" panose="02020603050405020304" pitchFamily="18" charset="0"/>
                <a:ea typeface="Calibri" panose="020F0502020204030204" pitchFamily="34" charset="0"/>
              </a:rPr>
              <a:t> </a:t>
            </a:r>
            <a:endParaRPr lang="pt-BR" dirty="0">
              <a:solidFill>
                <a:schemeClr val="accent2"/>
              </a:solidFill>
            </a:endParaRPr>
          </a:p>
        </p:txBody>
      </p:sp>
      <p:sp>
        <p:nvSpPr>
          <p:cNvPr id="10" name="CaixaDeTexto 9">
            <a:extLst>
              <a:ext uri="{FF2B5EF4-FFF2-40B4-BE49-F238E27FC236}">
                <a16:creationId xmlns:a16="http://schemas.microsoft.com/office/drawing/2014/main" id="{0CF3C7AF-24AC-D044-DA32-38E6E3E5DA34}"/>
              </a:ext>
            </a:extLst>
          </p:cNvPr>
          <p:cNvSpPr txBox="1"/>
          <p:nvPr/>
        </p:nvSpPr>
        <p:spPr>
          <a:xfrm>
            <a:off x="581192" y="3429000"/>
            <a:ext cx="4511508" cy="2956900"/>
          </a:xfrm>
          <a:prstGeom prst="rect">
            <a:avLst/>
          </a:prstGeom>
          <a:noFill/>
        </p:spPr>
        <p:txBody>
          <a:bodyPr wrap="square">
            <a:spAutoFit/>
          </a:bodyPr>
          <a:lstStyle/>
          <a:p>
            <a:pPr marL="342900" marR="0" lvl="0" indent="-342900">
              <a:lnSpc>
                <a:spcPct val="107000"/>
              </a:lnSpc>
              <a:spcAft>
                <a:spcPts val="800"/>
              </a:spcAft>
              <a:buSzPts val="1000"/>
              <a:buFont typeface="Wingdings" panose="05000000000000000000" pitchFamily="2" charset="2"/>
              <a:buChar char=""/>
              <a:tabLst>
                <a:tab pos="457200" algn="l"/>
              </a:tabLst>
            </a:pPr>
            <a:r>
              <a:rPr lang="pt-PT" sz="2400" kern="100" dirty="0">
                <a:effectLst/>
                <a:latin typeface="Times New Roman" panose="02020603050405020304" pitchFamily="18" charset="0"/>
                <a:ea typeface="Calibri" panose="020F0502020204030204" pitchFamily="34" charset="0"/>
                <a:cs typeface="Times New Roman" panose="02020603050405020304" pitchFamily="18" charset="0"/>
              </a:rPr>
              <a:t>Cadastro de pacientes; </a:t>
            </a:r>
            <a:endParaRPr lang="pt-PT"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Wingdings" panose="05000000000000000000" pitchFamily="2" charset="2"/>
              <a:buChar char=""/>
              <a:tabLst>
                <a:tab pos="457200" algn="l"/>
              </a:tabLst>
            </a:pPr>
            <a:r>
              <a:rPr lang="pt-PT" sz="2400" kern="100" dirty="0">
                <a:effectLst/>
                <a:latin typeface="Times New Roman" panose="02020603050405020304" pitchFamily="18" charset="0"/>
                <a:ea typeface="Calibri" panose="020F0502020204030204" pitchFamily="34" charset="0"/>
                <a:cs typeface="Times New Roman" panose="02020603050405020304" pitchFamily="18" charset="0"/>
              </a:rPr>
              <a:t>Registo de médicos; </a:t>
            </a:r>
            <a:endParaRPr lang="pt-PT"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Wingdings" panose="05000000000000000000" pitchFamily="2" charset="2"/>
              <a:buChar char=""/>
              <a:tabLst>
                <a:tab pos="457200" algn="l"/>
              </a:tabLst>
            </a:pPr>
            <a:r>
              <a:rPr lang="pt-PT" sz="2400" kern="100" dirty="0">
                <a:effectLst/>
                <a:latin typeface="Times New Roman" panose="02020603050405020304" pitchFamily="18" charset="0"/>
                <a:ea typeface="Calibri" panose="020F0502020204030204" pitchFamily="34" charset="0"/>
                <a:cs typeface="Times New Roman" panose="02020603050405020304" pitchFamily="18" charset="0"/>
              </a:rPr>
              <a:t>Marcação de consultas; </a:t>
            </a:r>
            <a:endParaRPr lang="pt-PT"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Wingdings" panose="05000000000000000000" pitchFamily="2" charset="2"/>
              <a:buChar char=""/>
              <a:tabLst>
                <a:tab pos="457200" algn="l"/>
              </a:tabLst>
            </a:pPr>
            <a:r>
              <a:rPr lang="pt-PT" sz="2400" kern="100" dirty="0">
                <a:effectLst/>
                <a:latin typeface="Times New Roman" panose="02020603050405020304" pitchFamily="18" charset="0"/>
                <a:ea typeface="Calibri" panose="020F0502020204030204" pitchFamily="34" charset="0"/>
                <a:cs typeface="Times New Roman" panose="02020603050405020304" pitchFamily="18" charset="0"/>
              </a:rPr>
              <a:t>Gestão de informações clínicas; </a:t>
            </a:r>
            <a:endParaRPr lang="pt-PT"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Wingdings" panose="05000000000000000000" pitchFamily="2" charset="2"/>
              <a:buChar char=""/>
              <a:tabLst>
                <a:tab pos="457200" algn="l"/>
              </a:tabLst>
            </a:pPr>
            <a:r>
              <a:rPr lang="pt-PT" sz="2400" kern="100" dirty="0">
                <a:effectLst/>
                <a:latin typeface="Times New Roman" panose="02020603050405020304" pitchFamily="18" charset="0"/>
                <a:ea typeface="Calibri" panose="020F0502020204030204" pitchFamily="34" charset="0"/>
                <a:cs typeface="Times New Roman" panose="02020603050405020304" pitchFamily="18" charset="0"/>
              </a:rPr>
              <a:t>Consulta de dados armazenados; </a:t>
            </a:r>
            <a:endParaRPr lang="pt-PT"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Wingdings" panose="05000000000000000000" pitchFamily="2" charset="2"/>
              <a:buChar char=""/>
              <a:tabLst>
                <a:tab pos="457200" algn="l"/>
              </a:tabLst>
            </a:pPr>
            <a:r>
              <a:rPr lang="pt-PT" sz="2400" kern="100" dirty="0">
                <a:effectLst/>
                <a:latin typeface="Times New Roman" panose="02020603050405020304" pitchFamily="18" charset="0"/>
                <a:ea typeface="Calibri" panose="020F0502020204030204" pitchFamily="34" charset="0"/>
                <a:cs typeface="Times New Roman" panose="02020603050405020304" pitchFamily="18" charset="0"/>
              </a:rPr>
              <a:t>Autenticação de utilizadores. </a:t>
            </a:r>
            <a:endParaRPr lang="pt-P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CaixaDeTexto 11">
            <a:extLst>
              <a:ext uri="{FF2B5EF4-FFF2-40B4-BE49-F238E27FC236}">
                <a16:creationId xmlns:a16="http://schemas.microsoft.com/office/drawing/2014/main" id="{7258A921-D540-BB3C-2EC0-9100AAB42508}"/>
              </a:ext>
            </a:extLst>
          </p:cNvPr>
          <p:cNvSpPr txBox="1"/>
          <p:nvPr/>
        </p:nvSpPr>
        <p:spPr>
          <a:xfrm>
            <a:off x="6572250" y="2899896"/>
            <a:ext cx="3543300" cy="461665"/>
          </a:xfrm>
          <a:prstGeom prst="rect">
            <a:avLst/>
          </a:prstGeom>
          <a:noFill/>
        </p:spPr>
        <p:txBody>
          <a:bodyPr wrap="square">
            <a:spAutoFit/>
          </a:bodyPr>
          <a:lstStyle/>
          <a:p>
            <a:r>
              <a:rPr lang="pt-PT" sz="2400" dirty="0">
                <a:solidFill>
                  <a:schemeClr val="accent2"/>
                </a:solidFill>
                <a:effectLst/>
                <a:latin typeface="Times New Roman" panose="02020603050405020304" pitchFamily="18" charset="0"/>
                <a:ea typeface="Calibri" panose="020F0502020204030204" pitchFamily="34" charset="0"/>
              </a:rPr>
              <a:t>Requisitos não funcionais</a:t>
            </a:r>
            <a:endParaRPr lang="pt-BR" sz="2400" dirty="0">
              <a:solidFill>
                <a:schemeClr val="accent2"/>
              </a:solidFill>
            </a:endParaRPr>
          </a:p>
        </p:txBody>
      </p:sp>
      <p:sp>
        <p:nvSpPr>
          <p:cNvPr id="14" name="CaixaDeTexto 13">
            <a:extLst>
              <a:ext uri="{FF2B5EF4-FFF2-40B4-BE49-F238E27FC236}">
                <a16:creationId xmlns:a16="http://schemas.microsoft.com/office/drawing/2014/main" id="{967C1F99-1FB3-5A47-6A0E-EECC0C72B3EC}"/>
              </a:ext>
            </a:extLst>
          </p:cNvPr>
          <p:cNvSpPr txBox="1"/>
          <p:nvPr/>
        </p:nvSpPr>
        <p:spPr>
          <a:xfrm>
            <a:off x="6477000" y="3663170"/>
            <a:ext cx="6096000" cy="2459135"/>
          </a:xfrm>
          <a:prstGeom prst="rect">
            <a:avLst/>
          </a:prstGeom>
          <a:noFill/>
        </p:spPr>
        <p:txBody>
          <a:bodyPr wrap="square">
            <a:spAutoFit/>
          </a:bodyPr>
          <a:lstStyle/>
          <a:p>
            <a:pPr marL="342900" marR="0" lvl="0" indent="-342900">
              <a:lnSpc>
                <a:spcPct val="107000"/>
              </a:lnSpc>
              <a:spcAft>
                <a:spcPts val="800"/>
              </a:spcAft>
              <a:buSzPts val="1000"/>
              <a:buFont typeface="Wingdings" panose="05000000000000000000" pitchFamily="2" charset="2"/>
              <a:buChar char=""/>
              <a:tabLst>
                <a:tab pos="457200" algn="l"/>
              </a:tabLst>
            </a:pPr>
            <a:r>
              <a:rPr lang="pt-PT" sz="2400" kern="100" dirty="0">
                <a:effectLst/>
                <a:latin typeface="Times New Roman" panose="02020603050405020304" pitchFamily="18" charset="0"/>
                <a:ea typeface="Calibri" panose="020F0502020204030204" pitchFamily="34" charset="0"/>
                <a:cs typeface="Times New Roman" panose="02020603050405020304" pitchFamily="18" charset="0"/>
              </a:rPr>
              <a:t>Segurança dos dados; </a:t>
            </a:r>
            <a:endParaRPr lang="pt-PT"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Wingdings" panose="05000000000000000000" pitchFamily="2" charset="2"/>
              <a:buChar char=""/>
              <a:tabLst>
                <a:tab pos="457200" algn="l"/>
              </a:tabLst>
            </a:pPr>
            <a:r>
              <a:rPr lang="pt-PT" sz="2400" kern="100" dirty="0">
                <a:effectLst/>
                <a:latin typeface="Times New Roman" panose="02020603050405020304" pitchFamily="18" charset="0"/>
                <a:ea typeface="Calibri" panose="020F0502020204030204" pitchFamily="34" charset="0"/>
                <a:cs typeface="Times New Roman" panose="02020603050405020304" pitchFamily="18" charset="0"/>
              </a:rPr>
              <a:t>Facilidade de utilização; </a:t>
            </a:r>
            <a:endParaRPr lang="pt-PT"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Wingdings" panose="05000000000000000000" pitchFamily="2" charset="2"/>
              <a:buChar char=""/>
              <a:tabLst>
                <a:tab pos="457200" algn="l"/>
              </a:tabLst>
            </a:pPr>
            <a:r>
              <a:rPr lang="pt-PT" sz="2400" kern="100" dirty="0">
                <a:effectLst/>
                <a:latin typeface="Times New Roman" panose="02020603050405020304" pitchFamily="18" charset="0"/>
                <a:ea typeface="Calibri" panose="020F0502020204030204" pitchFamily="34" charset="0"/>
                <a:cs typeface="Times New Roman" panose="02020603050405020304" pitchFamily="18" charset="0"/>
              </a:rPr>
              <a:t>Organização das informações; </a:t>
            </a:r>
            <a:endParaRPr lang="pt-PT"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Wingdings" panose="05000000000000000000" pitchFamily="2" charset="2"/>
              <a:buChar char=""/>
              <a:tabLst>
                <a:tab pos="457200" algn="l"/>
              </a:tabLst>
            </a:pPr>
            <a:r>
              <a:rPr lang="pt-PT" sz="2400" kern="100" dirty="0">
                <a:effectLst/>
                <a:latin typeface="Times New Roman" panose="02020603050405020304" pitchFamily="18" charset="0"/>
                <a:ea typeface="Calibri" panose="020F0502020204030204" pitchFamily="34" charset="0"/>
                <a:cs typeface="Times New Roman" panose="02020603050405020304" pitchFamily="18" charset="0"/>
              </a:rPr>
              <a:t>Desempenho do sistema; </a:t>
            </a:r>
            <a:endParaRPr lang="pt-PT"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Wingdings" panose="05000000000000000000" pitchFamily="2" charset="2"/>
              <a:buChar char=""/>
              <a:tabLst>
                <a:tab pos="457200" algn="l"/>
              </a:tabLst>
            </a:pPr>
            <a:r>
              <a:rPr lang="pt-PT" sz="2400" kern="100" dirty="0">
                <a:effectLst/>
                <a:latin typeface="Times New Roman" panose="02020603050405020304" pitchFamily="18" charset="0"/>
                <a:ea typeface="Calibri" panose="020F0502020204030204" pitchFamily="34" charset="0"/>
                <a:cs typeface="Times New Roman" panose="02020603050405020304" pitchFamily="18" charset="0"/>
              </a:rPr>
              <a:t>Manutenção futura. </a:t>
            </a:r>
            <a:endParaRPr lang="pt-P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67801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52701E-073B-58CC-55C8-713388B26262}"/>
              </a:ext>
            </a:extLst>
          </p:cNvPr>
          <p:cNvSpPr>
            <a:spLocks noGrp="1"/>
          </p:cNvSpPr>
          <p:nvPr>
            <p:ph type="title"/>
          </p:nvPr>
        </p:nvSpPr>
        <p:spPr>
          <a:xfrm>
            <a:off x="581192" y="702156"/>
            <a:ext cx="11029616" cy="421794"/>
          </a:xfrm>
        </p:spPr>
        <p:txBody>
          <a:bodyPr>
            <a:normAutofit fontScale="90000"/>
          </a:bodyPr>
          <a:lstStyle/>
          <a:p>
            <a:r>
              <a:rPr lang="pt-BR" b="1" dirty="0"/>
              <a:t>DESENVOLVIMENTO DO SISTEMA</a:t>
            </a:r>
            <a:endParaRPr lang="pt-BR" dirty="0"/>
          </a:p>
        </p:txBody>
      </p:sp>
      <p:sp>
        <p:nvSpPr>
          <p:cNvPr id="4" name="Espaço Reservado para Data 3">
            <a:extLst>
              <a:ext uri="{FF2B5EF4-FFF2-40B4-BE49-F238E27FC236}">
                <a16:creationId xmlns:a16="http://schemas.microsoft.com/office/drawing/2014/main" id="{8ABA9D1D-ABDC-0415-1179-0B0DD6945202}"/>
              </a:ext>
            </a:extLst>
          </p:cNvPr>
          <p:cNvSpPr>
            <a:spLocks noGrp="1"/>
          </p:cNvSpPr>
          <p:nvPr>
            <p:ph type="dt" sz="half" idx="10"/>
          </p:nvPr>
        </p:nvSpPr>
        <p:spPr/>
        <p:txBody>
          <a:bodyPr/>
          <a:lstStyle/>
          <a:p>
            <a:pPr rtl="0"/>
            <a:fld id="{9E09E755-EDBC-4192-AC9E-FCC227FEE010}" type="datetime1">
              <a:rPr lang="pt-PT" smtClean="0"/>
              <a:t>24/06/2026</a:t>
            </a:fld>
            <a:endParaRPr lang="en-US" dirty="0"/>
          </a:p>
        </p:txBody>
      </p:sp>
      <p:graphicFrame>
        <p:nvGraphicFramePr>
          <p:cNvPr id="5" name="Tabela 4">
            <a:extLst>
              <a:ext uri="{FF2B5EF4-FFF2-40B4-BE49-F238E27FC236}">
                <a16:creationId xmlns:a16="http://schemas.microsoft.com/office/drawing/2014/main" id="{FC8CA735-13AA-F90D-2A57-C50C78E64941}"/>
              </a:ext>
            </a:extLst>
          </p:cNvPr>
          <p:cNvGraphicFramePr>
            <a:graphicFrameLocks noGrp="1"/>
          </p:cNvGraphicFramePr>
          <p:nvPr>
            <p:extLst>
              <p:ext uri="{D42A27DB-BD31-4B8C-83A1-F6EECF244321}">
                <p14:modId xmlns:p14="http://schemas.microsoft.com/office/powerpoint/2010/main" val="1156976809"/>
              </p:ext>
            </p:extLst>
          </p:nvPr>
        </p:nvGraphicFramePr>
        <p:xfrm>
          <a:off x="1016000" y="2863080"/>
          <a:ext cx="9023350" cy="2641666"/>
        </p:xfrm>
        <a:graphic>
          <a:graphicData uri="http://schemas.openxmlformats.org/drawingml/2006/table">
            <a:tbl>
              <a:tblPr firstRow="1" firstCol="1" bandRow="1">
                <a:tableStyleId>{5C22544A-7EE6-4342-B048-85BDC9FD1C3A}</a:tableStyleId>
              </a:tblPr>
              <a:tblGrid>
                <a:gridCol w="4392705">
                  <a:extLst>
                    <a:ext uri="{9D8B030D-6E8A-4147-A177-3AD203B41FA5}">
                      <a16:colId xmlns:a16="http://schemas.microsoft.com/office/drawing/2014/main" val="2621036448"/>
                    </a:ext>
                  </a:extLst>
                </a:gridCol>
                <a:gridCol w="4630645">
                  <a:extLst>
                    <a:ext uri="{9D8B030D-6E8A-4147-A177-3AD203B41FA5}">
                      <a16:colId xmlns:a16="http://schemas.microsoft.com/office/drawing/2014/main" val="2167558870"/>
                    </a:ext>
                  </a:extLst>
                </a:gridCol>
              </a:tblGrid>
              <a:tr h="319133">
                <a:tc>
                  <a:txBody>
                    <a:bodyPr/>
                    <a:lstStyle/>
                    <a:p>
                      <a:pPr marL="0" marR="0" algn="just">
                        <a:lnSpc>
                          <a:spcPct val="107000"/>
                        </a:lnSpc>
                        <a:spcAft>
                          <a:spcPts val="800"/>
                        </a:spcAft>
                        <a:buNone/>
                      </a:pPr>
                      <a:r>
                        <a:rPr lang="pt-BR" sz="2400" kern="100" dirty="0">
                          <a:effectLst/>
                        </a:rPr>
                        <a:t>Model</a:t>
                      </a:r>
                      <a:endParaRPr lang="pt-PT"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Aft>
                          <a:spcPts val="800"/>
                        </a:spcAft>
                        <a:buNone/>
                      </a:pPr>
                      <a:r>
                        <a:rPr lang="pt-BR" sz="2400" kern="100">
                          <a:effectLst/>
                        </a:rPr>
                        <a:t>View</a:t>
                      </a:r>
                      <a:endParaRPr lang="pt-PT"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7191131"/>
                  </a:ext>
                </a:extLst>
              </a:tr>
              <a:tr h="319133">
                <a:tc>
                  <a:txBody>
                    <a:bodyPr/>
                    <a:lstStyle/>
                    <a:p>
                      <a:pPr marL="0" marR="0" algn="just">
                        <a:lnSpc>
                          <a:spcPct val="107000"/>
                        </a:lnSpc>
                        <a:spcAft>
                          <a:spcPts val="800"/>
                        </a:spcAft>
                        <a:buNone/>
                      </a:pPr>
                      <a:r>
                        <a:rPr lang="pt-BR" sz="2400" kern="100">
                          <a:effectLst/>
                        </a:rPr>
                        <a:t>Representa os dados:</a:t>
                      </a:r>
                      <a:endParaRPr lang="pt-PT"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Aft>
                          <a:spcPts val="800"/>
                        </a:spcAft>
                        <a:buNone/>
                      </a:pPr>
                      <a:r>
                        <a:rPr lang="pt-BR" sz="2400" kern="100" dirty="0">
                          <a:effectLst/>
                        </a:rPr>
                        <a:t>Responsável pela interface:</a:t>
                      </a:r>
                      <a:endParaRPr lang="pt-PT"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68244340"/>
                  </a:ext>
                </a:extLst>
              </a:tr>
              <a:tr h="991086">
                <a:tc>
                  <a:txBody>
                    <a:bodyPr/>
                    <a:lstStyle/>
                    <a:p>
                      <a:pPr marL="0" marR="0" algn="just">
                        <a:lnSpc>
                          <a:spcPct val="107000"/>
                        </a:lnSpc>
                        <a:spcAft>
                          <a:spcPts val="800"/>
                        </a:spcAft>
                        <a:buNone/>
                      </a:pPr>
                      <a:r>
                        <a:rPr lang="pt-BR" sz="2400" kern="100" dirty="0">
                          <a:effectLst/>
                        </a:rPr>
                        <a:t>Paciente</a:t>
                      </a:r>
                      <a:br>
                        <a:rPr lang="pt-BR" sz="2400" kern="100" dirty="0">
                          <a:effectLst/>
                        </a:rPr>
                      </a:br>
                      <a:r>
                        <a:rPr lang="pt-BR" sz="2400" kern="100" dirty="0">
                          <a:effectLst/>
                        </a:rPr>
                        <a:t>Médico</a:t>
                      </a:r>
                      <a:br>
                        <a:rPr lang="pt-BR" sz="2400" kern="100" dirty="0">
                          <a:effectLst/>
                        </a:rPr>
                      </a:br>
                      <a:r>
                        <a:rPr lang="pt-BR" sz="2400" kern="100" dirty="0">
                          <a:effectLst/>
                        </a:rPr>
                        <a:t>                 Consulta</a:t>
                      </a:r>
                      <a:endParaRPr lang="pt-PT"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Aft>
                          <a:spcPts val="800"/>
                        </a:spcAft>
                        <a:buNone/>
                      </a:pPr>
                      <a:r>
                        <a:rPr lang="pt-BR" sz="2400" kern="100" dirty="0" err="1">
                          <a:effectLst/>
                        </a:rPr>
                        <a:t>TelaLogin</a:t>
                      </a:r>
                      <a:br>
                        <a:rPr lang="pt-BR" sz="2400" kern="100" dirty="0">
                          <a:effectLst/>
                        </a:rPr>
                      </a:br>
                      <a:r>
                        <a:rPr lang="pt-BR" sz="2400" kern="100" dirty="0">
                          <a:effectLst/>
                        </a:rPr>
                        <a:t>                  </a:t>
                      </a:r>
                      <a:r>
                        <a:rPr lang="pt-BR" sz="2400" kern="100" dirty="0" err="1">
                          <a:effectLst/>
                        </a:rPr>
                        <a:t>TelaPaciente</a:t>
                      </a:r>
                      <a:endParaRPr lang="pt-PT"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78405577"/>
                  </a:ext>
                </a:extLst>
              </a:tr>
              <a:tr h="319133">
                <a:tc gridSpan="2">
                  <a:txBody>
                    <a:bodyPr/>
                    <a:lstStyle/>
                    <a:p>
                      <a:pPr marL="0" marR="0" algn="just">
                        <a:lnSpc>
                          <a:spcPct val="107000"/>
                        </a:lnSpc>
                        <a:spcAft>
                          <a:spcPts val="800"/>
                        </a:spcAft>
                        <a:buNone/>
                      </a:pPr>
                      <a:r>
                        <a:rPr lang="pt-BR" sz="2400" kern="100" dirty="0">
                          <a:effectLst/>
                        </a:rPr>
                        <a:t>                                              </a:t>
                      </a:r>
                      <a:r>
                        <a:rPr lang="pt-BR" sz="2400" kern="100" dirty="0" err="1">
                          <a:effectLst/>
                        </a:rPr>
                        <a:t>Controller</a:t>
                      </a:r>
                      <a:endParaRPr lang="pt-PT"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pt-BR"/>
                    </a:p>
                  </a:txBody>
                  <a:tcPr/>
                </a:tc>
                <a:extLst>
                  <a:ext uri="{0D108BD9-81ED-4DB2-BD59-A6C34878D82A}">
                    <a16:rowId xmlns:a16="http://schemas.microsoft.com/office/drawing/2014/main" val="3077810644"/>
                  </a:ext>
                </a:extLst>
              </a:tr>
              <a:tr h="319133">
                <a:tc gridSpan="2">
                  <a:txBody>
                    <a:bodyPr/>
                    <a:lstStyle/>
                    <a:p>
                      <a:pPr marL="0" marR="0" algn="just">
                        <a:lnSpc>
                          <a:spcPct val="107000"/>
                        </a:lnSpc>
                        <a:spcAft>
                          <a:spcPts val="800"/>
                        </a:spcAft>
                        <a:buNone/>
                      </a:pPr>
                      <a:r>
                        <a:rPr lang="pt-BR" sz="2400" kern="100" dirty="0">
                          <a:effectLst/>
                        </a:rPr>
                        <a:t>                                     Liga a interface aos dados.</a:t>
                      </a:r>
                      <a:endParaRPr lang="pt-PT"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pt-BR"/>
                    </a:p>
                  </a:txBody>
                  <a:tcPr/>
                </a:tc>
                <a:extLst>
                  <a:ext uri="{0D108BD9-81ED-4DB2-BD59-A6C34878D82A}">
                    <a16:rowId xmlns:a16="http://schemas.microsoft.com/office/drawing/2014/main" val="2971001401"/>
                  </a:ext>
                </a:extLst>
              </a:tr>
            </a:tbl>
          </a:graphicData>
        </a:graphic>
      </p:graphicFrame>
      <p:sp>
        <p:nvSpPr>
          <p:cNvPr id="6" name="Rectangle 1">
            <a:extLst>
              <a:ext uri="{FF2B5EF4-FFF2-40B4-BE49-F238E27FC236}">
                <a16:creationId xmlns:a16="http://schemas.microsoft.com/office/drawing/2014/main" id="{81067875-67F6-045B-2E39-86859E71A5FB}"/>
              </a:ext>
            </a:extLst>
          </p:cNvPr>
          <p:cNvSpPr>
            <a:spLocks noChangeArrowheads="1"/>
          </p:cNvSpPr>
          <p:nvPr/>
        </p:nvSpPr>
        <p:spPr bwMode="auto">
          <a:xfrm>
            <a:off x="909638" y="1353254"/>
            <a:ext cx="5738812" cy="769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01568" rIns="0" bIns="50784"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PT"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rPr>
              <a:t>Arquitetura MVC</a:t>
            </a: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PT"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O padrão MVC organiza o sistema em três camadas:</a:t>
            </a:r>
            <a:endParaRPr kumimoji="0" lang="pt-BR" altLang="pt-PT"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801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559070-B323-1A09-1457-CA1A22FB69D1}"/>
              </a:ext>
            </a:extLst>
          </p:cNvPr>
          <p:cNvSpPr>
            <a:spLocks noGrp="1"/>
          </p:cNvSpPr>
          <p:nvPr>
            <p:ph type="title"/>
          </p:nvPr>
        </p:nvSpPr>
        <p:spPr/>
        <p:txBody>
          <a:bodyPr/>
          <a:lstStyle/>
          <a:p>
            <a:r>
              <a:rPr lang="pt-PT" b="1" dirty="0"/>
              <a:t>tecnologias utilizadas</a:t>
            </a:r>
            <a:br>
              <a:rPr lang="pt-PT" b="1" dirty="0"/>
            </a:br>
            <a:endParaRPr lang="pt-BR" dirty="0"/>
          </a:p>
        </p:txBody>
      </p:sp>
      <p:sp>
        <p:nvSpPr>
          <p:cNvPr id="4" name="Espaço Reservado para Data 3">
            <a:extLst>
              <a:ext uri="{FF2B5EF4-FFF2-40B4-BE49-F238E27FC236}">
                <a16:creationId xmlns:a16="http://schemas.microsoft.com/office/drawing/2014/main" id="{F2C4E4FD-FD0E-6945-2D91-86D061F0513B}"/>
              </a:ext>
            </a:extLst>
          </p:cNvPr>
          <p:cNvSpPr>
            <a:spLocks noGrp="1"/>
          </p:cNvSpPr>
          <p:nvPr>
            <p:ph type="dt" sz="half" idx="10"/>
          </p:nvPr>
        </p:nvSpPr>
        <p:spPr/>
        <p:txBody>
          <a:bodyPr/>
          <a:lstStyle/>
          <a:p>
            <a:pPr rtl="0"/>
            <a:fld id="{9E09E755-EDBC-4192-AC9E-FCC227FEE010}" type="datetime1">
              <a:rPr lang="pt-PT" smtClean="0"/>
              <a:t>24/06/2026</a:t>
            </a:fld>
            <a:endParaRPr lang="en-US" dirty="0"/>
          </a:p>
        </p:txBody>
      </p:sp>
      <p:sp>
        <p:nvSpPr>
          <p:cNvPr id="10" name="CaixaDeTexto 9">
            <a:extLst>
              <a:ext uri="{FF2B5EF4-FFF2-40B4-BE49-F238E27FC236}">
                <a16:creationId xmlns:a16="http://schemas.microsoft.com/office/drawing/2014/main" id="{23DF3ED4-5160-929C-383B-880443266F69}"/>
              </a:ext>
            </a:extLst>
          </p:cNvPr>
          <p:cNvSpPr txBox="1"/>
          <p:nvPr/>
        </p:nvSpPr>
        <p:spPr>
          <a:xfrm>
            <a:off x="-1651000" y="4180883"/>
            <a:ext cx="6103700" cy="2041585"/>
          </a:xfrm>
          <a:prstGeom prst="rect">
            <a:avLst/>
          </a:prstGeom>
          <a:noFill/>
        </p:spPr>
        <p:txBody>
          <a:bodyPr wrap="square">
            <a:spAutoFit/>
          </a:bodyPr>
          <a:lstStyle/>
          <a:p>
            <a:pPr marL="2628900" lvl="5" indent="-342900">
              <a:lnSpc>
                <a:spcPct val="107000"/>
              </a:lnSpc>
              <a:buFont typeface="Symbol" panose="05050102010706020507" pitchFamily="18" charset="2"/>
              <a:buChar char=""/>
            </a:pPr>
            <a:r>
              <a:rPr lang="pt-PT" sz="2400" b="1" kern="100" dirty="0">
                <a:effectLst/>
                <a:latin typeface="Times New Roman" panose="02020603050405020304" pitchFamily="18" charset="0"/>
                <a:ea typeface="Calibri" panose="020F0502020204030204" pitchFamily="34" charset="0"/>
                <a:cs typeface="Times New Roman" panose="02020603050405020304" pitchFamily="18" charset="0"/>
              </a:rPr>
              <a:t>MySQL:	</a:t>
            </a:r>
            <a:br>
              <a:rPr lang="pt-PT" sz="2400" kern="100" dirty="0">
                <a:effectLst/>
                <a:latin typeface="Times New Roman" panose="02020603050405020304" pitchFamily="18" charset="0"/>
                <a:ea typeface="Calibri" panose="020F0502020204030204" pitchFamily="34" charset="0"/>
                <a:cs typeface="Times New Roman" panose="02020603050405020304" pitchFamily="18" charset="0"/>
              </a:rPr>
            </a:br>
            <a:r>
              <a:rPr lang="pt-PT" sz="2400" kern="100" dirty="0">
                <a:effectLst/>
                <a:latin typeface="Times New Roman" panose="02020603050405020304" pitchFamily="18" charset="0"/>
                <a:ea typeface="Calibri" panose="020F0502020204030204" pitchFamily="34" charset="0"/>
                <a:cs typeface="Times New Roman" panose="02020603050405020304" pitchFamily="18" charset="0"/>
              </a:rPr>
              <a:t>Sistema de gestão de base de dados utilizado para armazenar e controlar as informações do sistema.</a:t>
            </a:r>
            <a:endParaRPr lang="pt-PT" sz="20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2" name="CaixaDeTexto 11">
            <a:extLst>
              <a:ext uri="{FF2B5EF4-FFF2-40B4-BE49-F238E27FC236}">
                <a16:creationId xmlns:a16="http://schemas.microsoft.com/office/drawing/2014/main" id="{AC2031AB-504A-A29A-E79C-C73A6AAF1BE2}"/>
              </a:ext>
            </a:extLst>
          </p:cNvPr>
          <p:cNvSpPr txBox="1"/>
          <p:nvPr/>
        </p:nvSpPr>
        <p:spPr>
          <a:xfrm>
            <a:off x="2877900" y="3890435"/>
            <a:ext cx="7618650" cy="2436757"/>
          </a:xfrm>
          <a:prstGeom prst="rect">
            <a:avLst/>
          </a:prstGeom>
          <a:noFill/>
        </p:spPr>
        <p:txBody>
          <a:bodyPr wrap="square">
            <a:spAutoFit/>
          </a:bodyPr>
          <a:lstStyle/>
          <a:p>
            <a:pPr marL="4000500" lvl="8" indent="-342900">
              <a:lnSpc>
                <a:spcPct val="107000"/>
              </a:lnSpc>
              <a:buFont typeface="Symbol" panose="05050102010706020507" pitchFamily="18" charset="2"/>
              <a:buChar char=""/>
            </a:pPr>
            <a:r>
              <a:rPr lang="pt-PT" sz="2400" b="1" kern="100" dirty="0">
                <a:effectLst/>
                <a:latin typeface="Times New Roman" panose="02020603050405020304" pitchFamily="18" charset="0"/>
                <a:ea typeface="Calibri" panose="020F0502020204030204" pitchFamily="34" charset="0"/>
                <a:cs typeface="Times New Roman" panose="02020603050405020304" pitchFamily="18" charset="0"/>
              </a:rPr>
              <a:t>IntelliJ IDEA:</a:t>
            </a:r>
            <a:br>
              <a:rPr lang="pt-PT" sz="2400" kern="100" dirty="0">
                <a:effectLst/>
                <a:latin typeface="Times New Roman" panose="02020603050405020304" pitchFamily="18" charset="0"/>
                <a:ea typeface="Calibri" panose="020F0502020204030204" pitchFamily="34" charset="0"/>
                <a:cs typeface="Times New Roman" panose="02020603050405020304" pitchFamily="18" charset="0"/>
              </a:rPr>
            </a:br>
            <a:r>
              <a:rPr lang="pt-PT" sz="2400" kern="100" dirty="0">
                <a:effectLst/>
                <a:latin typeface="Times New Roman" panose="02020603050405020304" pitchFamily="18" charset="0"/>
                <a:ea typeface="Calibri" panose="020F0502020204030204" pitchFamily="34" charset="0"/>
                <a:cs typeface="Times New Roman" panose="02020603050405020304" pitchFamily="18" charset="0"/>
              </a:rPr>
              <a:t>Ambiente de desenvolvimento integrado utilizado para escrever, organizar e testar o código fonte.</a:t>
            </a:r>
          </a:p>
        </p:txBody>
      </p:sp>
      <p:sp>
        <p:nvSpPr>
          <p:cNvPr id="14" name="CaixaDeTexto 13">
            <a:extLst>
              <a:ext uri="{FF2B5EF4-FFF2-40B4-BE49-F238E27FC236}">
                <a16:creationId xmlns:a16="http://schemas.microsoft.com/office/drawing/2014/main" id="{8DE71189-38BA-A7CF-8382-A35DB42F6660}"/>
              </a:ext>
            </a:extLst>
          </p:cNvPr>
          <p:cNvSpPr txBox="1"/>
          <p:nvPr/>
        </p:nvSpPr>
        <p:spPr>
          <a:xfrm>
            <a:off x="5822120" y="1400394"/>
            <a:ext cx="5677729" cy="2048766"/>
          </a:xfrm>
          <a:prstGeom prst="rect">
            <a:avLst/>
          </a:prstGeom>
          <a:noFill/>
        </p:spPr>
        <p:txBody>
          <a:bodyPr wrap="square">
            <a:spAutoFit/>
          </a:bodyPr>
          <a:lstStyle/>
          <a:p>
            <a:pPr marL="342900" marR="0" lvl="0" indent="-342900">
              <a:lnSpc>
                <a:spcPct val="107000"/>
              </a:lnSpc>
              <a:spcAft>
                <a:spcPts val="800"/>
              </a:spcAft>
              <a:buFont typeface="Symbol" panose="05050102010706020507" pitchFamily="18" charset="2"/>
              <a:buChar char=""/>
            </a:pPr>
            <a:r>
              <a:rPr lang="pt-PT" sz="2400" b="1" kern="100" dirty="0">
                <a:effectLst/>
                <a:latin typeface="Times New Roman" panose="02020603050405020304" pitchFamily="18" charset="0"/>
                <a:ea typeface="Calibri" panose="020F0502020204030204" pitchFamily="34" charset="0"/>
                <a:cs typeface="Times New Roman" panose="02020603050405020304" pitchFamily="18" charset="0"/>
              </a:rPr>
              <a:t>Java:</a:t>
            </a:r>
            <a:br>
              <a:rPr lang="pt-PT" sz="2400" kern="100" dirty="0">
                <a:effectLst/>
                <a:latin typeface="Times New Roman" panose="02020603050405020304" pitchFamily="18" charset="0"/>
                <a:ea typeface="Calibri" panose="020F0502020204030204" pitchFamily="34" charset="0"/>
                <a:cs typeface="Times New Roman" panose="02020603050405020304" pitchFamily="18" charset="0"/>
              </a:rPr>
            </a:br>
            <a:r>
              <a:rPr lang="pt-PT" sz="2400" kern="100" dirty="0">
                <a:effectLst/>
                <a:latin typeface="Times New Roman" panose="02020603050405020304" pitchFamily="18" charset="0"/>
                <a:ea typeface="Calibri" panose="020F0502020204030204" pitchFamily="34" charset="0"/>
                <a:cs typeface="Times New Roman" panose="02020603050405020304" pitchFamily="18" charset="0"/>
              </a:rPr>
              <a:t>Utilizado como linguagem principal de programação devido à sua capacidade de criar aplicações robustas, orientadas a objetos e multiplataforma.</a:t>
            </a:r>
            <a:endParaRPr lang="pt-P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CaixaDeTexto 15">
            <a:extLst>
              <a:ext uri="{FF2B5EF4-FFF2-40B4-BE49-F238E27FC236}">
                <a16:creationId xmlns:a16="http://schemas.microsoft.com/office/drawing/2014/main" id="{7603A3F9-E095-7CB9-98BD-FAF2B0782F06}"/>
              </a:ext>
            </a:extLst>
          </p:cNvPr>
          <p:cNvSpPr txBox="1"/>
          <p:nvPr/>
        </p:nvSpPr>
        <p:spPr>
          <a:xfrm>
            <a:off x="581192" y="1656324"/>
            <a:ext cx="4778208" cy="2041585"/>
          </a:xfrm>
          <a:prstGeom prst="rect">
            <a:avLst/>
          </a:prstGeom>
          <a:noFill/>
        </p:spPr>
        <p:txBody>
          <a:bodyPr wrap="square">
            <a:spAutoFit/>
          </a:bodyPr>
          <a:lstStyle/>
          <a:p>
            <a:pPr marL="342900" indent="-342900">
              <a:lnSpc>
                <a:spcPct val="107000"/>
              </a:lnSpc>
              <a:buFont typeface="Symbol" panose="05050102010706020507" pitchFamily="18" charset="2"/>
              <a:buChar char=""/>
            </a:pPr>
            <a:r>
              <a:rPr lang="pt-PT" sz="2400" b="1" kern="100" dirty="0">
                <a:effectLst/>
                <a:latin typeface="Times New Roman" panose="02020603050405020304" pitchFamily="18" charset="0"/>
                <a:ea typeface="Calibri" panose="020F0502020204030204" pitchFamily="34" charset="0"/>
                <a:cs typeface="Times New Roman" panose="02020603050405020304" pitchFamily="18" charset="0"/>
              </a:rPr>
              <a:t>JavaFX:</a:t>
            </a:r>
            <a:br>
              <a:rPr lang="pt-PT" sz="2400" kern="100" dirty="0">
                <a:effectLst/>
                <a:latin typeface="Times New Roman" panose="02020603050405020304" pitchFamily="18" charset="0"/>
                <a:ea typeface="Calibri" panose="020F0502020204030204" pitchFamily="34" charset="0"/>
                <a:cs typeface="Times New Roman" panose="02020603050405020304" pitchFamily="18" charset="0"/>
              </a:rPr>
            </a:br>
            <a:r>
              <a:rPr lang="pt-PT" sz="2400" kern="100" dirty="0">
                <a:effectLst/>
                <a:latin typeface="Times New Roman" panose="02020603050405020304" pitchFamily="18" charset="0"/>
                <a:ea typeface="Calibri" panose="020F0502020204030204" pitchFamily="34" charset="0"/>
                <a:cs typeface="Times New Roman" panose="02020603050405020304" pitchFamily="18" charset="0"/>
              </a:rPr>
              <a:t>Utilizado para o desenvolvimento da interface gráfica do sistema, permitindo a criação de telas interativas para os utilizadores.</a:t>
            </a:r>
          </a:p>
        </p:txBody>
      </p:sp>
    </p:spTree>
    <p:extLst>
      <p:ext uri="{BB962C8B-B14F-4D97-AF65-F5344CB8AC3E}">
        <p14:creationId xmlns:p14="http://schemas.microsoft.com/office/powerpoint/2010/main" val="2214393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26793B-EF92-8E57-2F21-106C62583DF6}"/>
              </a:ext>
            </a:extLst>
          </p:cNvPr>
          <p:cNvSpPr>
            <a:spLocks noGrp="1"/>
          </p:cNvSpPr>
          <p:nvPr>
            <p:ph type="title"/>
          </p:nvPr>
        </p:nvSpPr>
        <p:spPr/>
        <p:txBody>
          <a:bodyPr/>
          <a:lstStyle/>
          <a:p>
            <a:r>
              <a:rPr lang="pt-PT" b="1" dirty="0"/>
              <a:t>tecnologias utilizadas</a:t>
            </a:r>
            <a:br>
              <a:rPr lang="pt-PT" b="1" dirty="0"/>
            </a:br>
            <a:endParaRPr lang="pt-BR" dirty="0"/>
          </a:p>
        </p:txBody>
      </p:sp>
      <p:sp>
        <p:nvSpPr>
          <p:cNvPr id="4" name="Espaço Reservado para Data 3">
            <a:extLst>
              <a:ext uri="{FF2B5EF4-FFF2-40B4-BE49-F238E27FC236}">
                <a16:creationId xmlns:a16="http://schemas.microsoft.com/office/drawing/2014/main" id="{BB0E58BD-F7AE-5E07-26E4-9A1818971F16}"/>
              </a:ext>
            </a:extLst>
          </p:cNvPr>
          <p:cNvSpPr>
            <a:spLocks noGrp="1"/>
          </p:cNvSpPr>
          <p:nvPr>
            <p:ph type="dt" sz="half" idx="10"/>
          </p:nvPr>
        </p:nvSpPr>
        <p:spPr/>
        <p:txBody>
          <a:bodyPr/>
          <a:lstStyle/>
          <a:p>
            <a:pPr rtl="0"/>
            <a:fld id="{9E09E755-EDBC-4192-AC9E-FCC227FEE010}" type="datetime1">
              <a:rPr lang="pt-PT" smtClean="0"/>
              <a:t>24/06/2026</a:t>
            </a:fld>
            <a:endParaRPr lang="en-US" dirty="0"/>
          </a:p>
        </p:txBody>
      </p:sp>
      <p:sp>
        <p:nvSpPr>
          <p:cNvPr id="6" name="CaixaDeTexto 5">
            <a:extLst>
              <a:ext uri="{FF2B5EF4-FFF2-40B4-BE49-F238E27FC236}">
                <a16:creationId xmlns:a16="http://schemas.microsoft.com/office/drawing/2014/main" id="{3A0AF0A4-5282-8D00-E546-DF373F9CFC3F}"/>
              </a:ext>
            </a:extLst>
          </p:cNvPr>
          <p:cNvSpPr txBox="1"/>
          <p:nvPr/>
        </p:nvSpPr>
        <p:spPr>
          <a:xfrm>
            <a:off x="-1212850" y="2035417"/>
            <a:ext cx="6096000" cy="2048766"/>
          </a:xfrm>
          <a:prstGeom prst="rect">
            <a:avLst/>
          </a:prstGeom>
          <a:noFill/>
        </p:spPr>
        <p:txBody>
          <a:bodyPr wrap="square">
            <a:spAutoFit/>
          </a:bodyPr>
          <a:lstStyle/>
          <a:p>
            <a:pPr marL="2171700" lvl="4" indent="-342900">
              <a:lnSpc>
                <a:spcPct val="107000"/>
              </a:lnSpc>
              <a:spcAft>
                <a:spcPts val="800"/>
              </a:spcAft>
              <a:buFont typeface="Symbol" panose="05050102010706020507" pitchFamily="18" charset="2"/>
              <a:buChar char=""/>
            </a:pPr>
            <a:r>
              <a:rPr lang="pt-PT" sz="2400" b="1" kern="100" dirty="0">
                <a:effectLst/>
                <a:latin typeface="Times New Roman" panose="02020603050405020304" pitchFamily="18" charset="0"/>
                <a:ea typeface="Calibri" panose="020F0502020204030204" pitchFamily="34" charset="0"/>
                <a:cs typeface="Times New Roman" panose="02020603050405020304" pitchFamily="18" charset="0"/>
              </a:rPr>
              <a:t>JDBC:</a:t>
            </a:r>
            <a:br>
              <a:rPr lang="pt-PT" sz="2400" kern="100" dirty="0">
                <a:effectLst/>
                <a:latin typeface="Times New Roman" panose="02020603050405020304" pitchFamily="18" charset="0"/>
                <a:ea typeface="Calibri" panose="020F0502020204030204" pitchFamily="34" charset="0"/>
                <a:cs typeface="Times New Roman" panose="02020603050405020304" pitchFamily="18" charset="0"/>
              </a:rPr>
            </a:br>
            <a:r>
              <a:rPr lang="pt-PT" sz="2400" kern="100" dirty="0">
                <a:effectLst/>
                <a:latin typeface="Times New Roman" panose="02020603050405020304" pitchFamily="18" charset="0"/>
                <a:ea typeface="Calibri" panose="020F0502020204030204" pitchFamily="34" charset="0"/>
                <a:cs typeface="Times New Roman" panose="02020603050405020304" pitchFamily="18" charset="0"/>
              </a:rPr>
              <a:t>Tecnologia utilizada para realizar a comunicação entre a aplicação Java e a base de dados</a:t>
            </a:r>
            <a:endParaRPr lang="pt-P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20342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6AC4CE-667F-0369-255F-DAEC0DB6ED6D}"/>
              </a:ext>
            </a:extLst>
          </p:cNvPr>
          <p:cNvSpPr>
            <a:spLocks noGrp="1"/>
          </p:cNvSpPr>
          <p:nvPr>
            <p:ph type="title"/>
          </p:nvPr>
        </p:nvSpPr>
        <p:spPr/>
        <p:txBody>
          <a:bodyPr/>
          <a:lstStyle/>
          <a:p>
            <a:r>
              <a:rPr lang="pt-BR" b="1" dirty="0"/>
              <a:t>CONCLUSÃO</a:t>
            </a:r>
            <a:br>
              <a:rPr lang="pt-PT" b="1" dirty="0"/>
            </a:br>
            <a:endParaRPr lang="pt-BR" dirty="0"/>
          </a:p>
        </p:txBody>
      </p:sp>
      <p:sp>
        <p:nvSpPr>
          <p:cNvPr id="3" name="Espaço Reservado para Conteúdo 2">
            <a:extLst>
              <a:ext uri="{FF2B5EF4-FFF2-40B4-BE49-F238E27FC236}">
                <a16:creationId xmlns:a16="http://schemas.microsoft.com/office/drawing/2014/main" id="{D862DD47-1DED-ABF8-41B5-9F72E3145582}"/>
              </a:ext>
            </a:extLst>
          </p:cNvPr>
          <p:cNvSpPr>
            <a:spLocks noGrp="1"/>
          </p:cNvSpPr>
          <p:nvPr>
            <p:ph idx="1"/>
          </p:nvPr>
        </p:nvSpPr>
        <p:spPr>
          <a:xfrm>
            <a:off x="460542" y="1890876"/>
            <a:ext cx="11029615" cy="3634486"/>
          </a:xfrm>
        </p:spPr>
        <p:txBody>
          <a:bodyPr>
            <a:normAutofit/>
          </a:bodyPr>
          <a:lstStyle/>
          <a:p>
            <a:r>
              <a:rPr lang="pt-PT" sz="2800" dirty="0"/>
              <a:t>O desenvolvimento do Sistema de Gestão de Clínica Médica permitiu aplicar na prática os conhecimentos adquiridos na disciplina de Linguagem de Programação VI, principalmente os conceitos relacionados à Programação Orientada a Objetos, desenvolvimento de interfaces gráficas, integração com banco de dados e organização da arquitetura de software.</a:t>
            </a:r>
          </a:p>
          <a:p>
            <a:endParaRPr lang="pt-BR" sz="2800" dirty="0"/>
          </a:p>
        </p:txBody>
      </p:sp>
      <p:sp>
        <p:nvSpPr>
          <p:cNvPr id="4" name="Espaço Reservado para Data 3">
            <a:extLst>
              <a:ext uri="{FF2B5EF4-FFF2-40B4-BE49-F238E27FC236}">
                <a16:creationId xmlns:a16="http://schemas.microsoft.com/office/drawing/2014/main" id="{70088340-C804-D9B6-3E84-DD1DE2B02C51}"/>
              </a:ext>
            </a:extLst>
          </p:cNvPr>
          <p:cNvSpPr>
            <a:spLocks noGrp="1"/>
          </p:cNvSpPr>
          <p:nvPr>
            <p:ph type="dt" sz="half" idx="10"/>
          </p:nvPr>
        </p:nvSpPr>
        <p:spPr/>
        <p:txBody>
          <a:bodyPr/>
          <a:lstStyle/>
          <a:p>
            <a:pPr rtl="0"/>
            <a:fld id="{9E09E755-EDBC-4192-AC9E-FCC227FEE010}" type="datetime1">
              <a:rPr lang="pt-PT" smtClean="0"/>
              <a:t>24/06/2026</a:t>
            </a:fld>
            <a:endParaRPr lang="en-US" dirty="0"/>
          </a:p>
        </p:txBody>
      </p:sp>
    </p:spTree>
    <p:extLst>
      <p:ext uri="{BB962C8B-B14F-4D97-AF65-F5344CB8AC3E}">
        <p14:creationId xmlns:p14="http://schemas.microsoft.com/office/powerpoint/2010/main" val="2217523345"/>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41798968_TF33552983" id="{7E2CAAD0-1BF9-41CA-9F0A-10C012483691}" vid="{406C7F29-3274-4C36-84DD-86177416B655}"/>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{48719115-923F-4086-BFF0-F137289FE74B}TF201209c3-d067-44f9-a26f-c8f216c4431398f97627_win32-eef121fdefc8</Template>
  <TotalTime>85</TotalTime>
  <Words>516</Words>
  <Application>Microsoft Office PowerPoint</Application>
  <PresentationFormat>Widescreen</PresentationFormat>
  <Paragraphs>81</Paragraphs>
  <Slides>9</Slides>
  <Notes>0</Notes>
  <HiddenSlides>0</HiddenSlides>
  <MMClips>0</MMClips>
  <ScaleCrop>false</ScaleCrop>
  <HeadingPairs>
    <vt:vector size="6" baseType="variant">
      <vt:variant>
        <vt:lpstr>Fontes usadas</vt:lpstr>
      </vt:variant>
      <vt:variant>
        <vt:i4>8</vt:i4>
      </vt:variant>
      <vt:variant>
        <vt:lpstr>Tema</vt:lpstr>
      </vt:variant>
      <vt:variant>
        <vt:i4>1</vt:i4>
      </vt:variant>
      <vt:variant>
        <vt:lpstr>Títulos de slides</vt:lpstr>
      </vt:variant>
      <vt:variant>
        <vt:i4>9</vt:i4>
      </vt:variant>
    </vt:vector>
  </HeadingPairs>
  <TitlesOfParts>
    <vt:vector size="18" baseType="lpstr">
      <vt:lpstr>Arial</vt:lpstr>
      <vt:lpstr>Calibri</vt:lpstr>
      <vt:lpstr>Franklin Gothic Book</vt:lpstr>
      <vt:lpstr>Franklin Gothic Demi</vt:lpstr>
      <vt:lpstr>Symbol</vt:lpstr>
      <vt:lpstr>Times New Roman</vt:lpstr>
      <vt:lpstr>Wingdings</vt:lpstr>
      <vt:lpstr>Wingdings 2</vt:lpstr>
      <vt:lpstr>DividendVTI</vt:lpstr>
      <vt:lpstr>Apresentação do PowerPoint</vt:lpstr>
      <vt:lpstr> A evolução da tecnologia tem permitido que diversas áreas utilizem sistemas informatizados para melhorar a organização e eficiência dos seus processos. </vt:lpstr>
      <vt:lpstr>Apresentação do PowerPoint</vt:lpstr>
      <vt:lpstr>MODELAGEM DO SISTEMA </vt:lpstr>
      <vt:lpstr>DESENVOLVIMENTO DO SISTEMA</vt:lpstr>
      <vt:lpstr>DESENVOLVIMENTO DO SISTEMA</vt:lpstr>
      <vt:lpstr>tecnologias utilizadas </vt:lpstr>
      <vt:lpstr>tecnologias utilizadas </vt:lpstr>
      <vt:lpstr>CONCLUSÃO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Catanda fernando</dc:creator>
  <cp:lastModifiedBy>Catanda fernando</cp:lastModifiedBy>
  <cp:revision>2</cp:revision>
  <dcterms:created xsi:type="dcterms:W3CDTF">2026-06-24T11:57:28Z</dcterms:created>
  <dcterms:modified xsi:type="dcterms:W3CDTF">2026-06-24T13:35:57Z</dcterms:modified>
</cp:coreProperties>
</file>